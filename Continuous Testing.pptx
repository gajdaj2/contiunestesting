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3" r:id="rId6"/>
    <p:sldId id="260" r:id="rId7"/>
    <p:sldId id="264" r:id="rId8"/>
    <p:sldId id="263" r:id="rId9"/>
    <p:sldId id="266" r:id="rId10"/>
    <p:sldId id="267" r:id="rId11"/>
    <p:sldId id="261" r:id="rId12"/>
    <p:sldId id="262" r:id="rId13"/>
    <p:sldId id="265" r:id="rId14"/>
    <p:sldId id="268" r:id="rId15"/>
    <p:sldId id="269" r:id="rId16"/>
    <p:sldId id="272" r:id="rId17"/>
    <p:sldId id="270" r:id="rId18"/>
    <p:sldId id="271" r:id="rId19"/>
    <p:sldId id="274" r:id="rId2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4B008-8996-40BD-BFAE-6237F15827C4}" v="47" dt="2021-10-13T15:34:57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45.pn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19" Type="http://schemas.openxmlformats.org/officeDocument/2006/relationships/image" Target="../media/image47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45.pn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19" Type="http://schemas.openxmlformats.org/officeDocument/2006/relationships/image" Target="../media/image47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DAC9C-6DB0-417C-A76D-5197182569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A36333F-917B-4E8D-95BC-EFF26D33904E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Run </a:t>
          </a:r>
          <a:r>
            <a:rPr lang="pl-PL" dirty="0" err="1"/>
            <a:t>tests</a:t>
          </a:r>
          <a:endParaRPr lang="en-US" dirty="0"/>
        </a:p>
      </dgm:t>
    </dgm:pt>
    <dgm:pt modelId="{9B06CE35-BF0C-4398-9F26-58DE79123702}" type="parTrans" cxnId="{A3801856-96E1-4E6D-95AB-C95DB5BBC4EF}">
      <dgm:prSet/>
      <dgm:spPr/>
      <dgm:t>
        <a:bodyPr/>
        <a:lstStyle/>
        <a:p>
          <a:endParaRPr lang="en-US"/>
        </a:p>
      </dgm:t>
    </dgm:pt>
    <dgm:pt modelId="{17D14348-4725-4E29-ABCE-D4B91563D4B4}" type="sibTrans" cxnId="{A3801856-96E1-4E6D-95AB-C95DB5BBC4EF}">
      <dgm:prSet/>
      <dgm:spPr/>
      <dgm:t>
        <a:bodyPr/>
        <a:lstStyle/>
        <a:p>
          <a:endParaRPr lang="en-US"/>
        </a:p>
      </dgm:t>
    </dgm:pt>
    <dgm:pt modelId="{452DF1CA-A27B-4881-A2C1-1BBB57929FB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Run with </a:t>
          </a:r>
          <a:r>
            <a:rPr lang="pl-PL" dirty="0" err="1"/>
            <a:t>schedule</a:t>
          </a:r>
          <a:endParaRPr lang="en-US" dirty="0"/>
        </a:p>
      </dgm:t>
    </dgm:pt>
    <dgm:pt modelId="{12F32973-E01A-439C-97FB-869C05643FF9}" type="parTrans" cxnId="{90883376-6B7B-4206-9AD6-DCF83ADA6B2F}">
      <dgm:prSet/>
      <dgm:spPr/>
      <dgm:t>
        <a:bodyPr/>
        <a:lstStyle/>
        <a:p>
          <a:endParaRPr lang="en-US"/>
        </a:p>
      </dgm:t>
    </dgm:pt>
    <dgm:pt modelId="{2B6CE441-0ABB-42E5-A63B-5B70C74A0B66}" type="sibTrans" cxnId="{90883376-6B7B-4206-9AD6-DCF83ADA6B2F}">
      <dgm:prSet/>
      <dgm:spPr/>
      <dgm:t>
        <a:bodyPr/>
        <a:lstStyle/>
        <a:p>
          <a:endParaRPr lang="en-US"/>
        </a:p>
      </dgm:t>
    </dgm:pt>
    <dgm:pt modelId="{932558AB-A1F2-49FA-960C-0B523196D09D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Cross </a:t>
          </a:r>
          <a:r>
            <a:rPr lang="pl-PL" dirty="0" err="1"/>
            <a:t>browser</a:t>
          </a:r>
          <a:r>
            <a:rPr lang="pl-PL" dirty="0"/>
            <a:t> </a:t>
          </a:r>
          <a:r>
            <a:rPr lang="pl-PL" dirty="0" err="1"/>
            <a:t>testing</a:t>
          </a:r>
          <a:endParaRPr lang="en-US" dirty="0"/>
        </a:p>
      </dgm:t>
    </dgm:pt>
    <dgm:pt modelId="{E2205072-F864-4976-8CB6-73AB336A33D7}" type="parTrans" cxnId="{BC2B6D43-6ABD-4333-8B6D-50BB85B3A8AC}">
      <dgm:prSet/>
      <dgm:spPr/>
      <dgm:t>
        <a:bodyPr/>
        <a:lstStyle/>
        <a:p>
          <a:endParaRPr lang="en-US"/>
        </a:p>
      </dgm:t>
    </dgm:pt>
    <dgm:pt modelId="{EDACF9EB-5E9F-40F0-95F8-8158EB23D290}" type="sibTrans" cxnId="{BC2B6D43-6ABD-4333-8B6D-50BB85B3A8AC}">
      <dgm:prSet/>
      <dgm:spPr/>
      <dgm:t>
        <a:bodyPr/>
        <a:lstStyle/>
        <a:p>
          <a:endParaRPr lang="en-US"/>
        </a:p>
      </dgm:t>
    </dgm:pt>
    <dgm:pt modelId="{3BEA1C53-F1CC-49AC-84EC-59E2535F10B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Reporting</a:t>
          </a:r>
          <a:endParaRPr lang="en-US"/>
        </a:p>
      </dgm:t>
    </dgm:pt>
    <dgm:pt modelId="{5F75DBC1-36A9-4694-A980-2B6B546A22C5}" type="parTrans" cxnId="{907AFC3D-EE94-4098-8290-6EB95D2D52A8}">
      <dgm:prSet/>
      <dgm:spPr/>
      <dgm:t>
        <a:bodyPr/>
        <a:lstStyle/>
        <a:p>
          <a:endParaRPr lang="en-US"/>
        </a:p>
      </dgm:t>
    </dgm:pt>
    <dgm:pt modelId="{896E8C21-3FD3-415A-A7D5-022314EE786A}" type="sibTrans" cxnId="{907AFC3D-EE94-4098-8290-6EB95D2D52A8}">
      <dgm:prSet/>
      <dgm:spPr/>
      <dgm:t>
        <a:bodyPr/>
        <a:lstStyle/>
        <a:p>
          <a:endParaRPr lang="en-US"/>
        </a:p>
      </dgm:t>
    </dgm:pt>
    <dgm:pt modelId="{3B0A36F8-5A91-499F-BF76-A09814381A0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 err="1"/>
            <a:t>Archiving</a:t>
          </a:r>
          <a:r>
            <a:rPr lang="pl-PL" dirty="0"/>
            <a:t> </a:t>
          </a:r>
          <a:r>
            <a:rPr lang="pl-PL" dirty="0" err="1"/>
            <a:t>reports</a:t>
          </a:r>
          <a:r>
            <a:rPr lang="pl-PL" dirty="0"/>
            <a:t> </a:t>
          </a:r>
          <a:endParaRPr lang="en-US" dirty="0"/>
        </a:p>
      </dgm:t>
    </dgm:pt>
    <dgm:pt modelId="{066984B9-34FC-4B90-9155-4529C060926C}" type="parTrans" cxnId="{146EB876-F03D-45EB-BE21-0EAEF3F9E363}">
      <dgm:prSet/>
      <dgm:spPr/>
      <dgm:t>
        <a:bodyPr/>
        <a:lstStyle/>
        <a:p>
          <a:endParaRPr lang="en-US"/>
        </a:p>
      </dgm:t>
    </dgm:pt>
    <dgm:pt modelId="{762BCE9A-F6DB-4B17-90CC-C41C70DABAEE}" type="sibTrans" cxnId="{146EB876-F03D-45EB-BE21-0EAEF3F9E363}">
      <dgm:prSet/>
      <dgm:spPr/>
      <dgm:t>
        <a:bodyPr/>
        <a:lstStyle/>
        <a:p>
          <a:endParaRPr lang="en-US"/>
        </a:p>
      </dgm:t>
    </dgm:pt>
    <dgm:pt modelId="{53F64FAD-47DF-4D88-B7E0-9C08D821D47F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Run in </a:t>
          </a:r>
          <a:r>
            <a:rPr lang="pl-PL" dirty="0" err="1"/>
            <a:t>paraller</a:t>
          </a:r>
          <a:endParaRPr lang="en-US" dirty="0"/>
        </a:p>
      </dgm:t>
    </dgm:pt>
    <dgm:pt modelId="{52BCF1BF-C55B-4247-85C6-D7FE5720001D}" type="parTrans" cxnId="{E819BEEC-6E7E-41F3-A6A9-9A1E1B2F8310}">
      <dgm:prSet/>
      <dgm:spPr/>
      <dgm:t>
        <a:bodyPr/>
        <a:lstStyle/>
        <a:p>
          <a:endParaRPr lang="pl-PL"/>
        </a:p>
      </dgm:t>
    </dgm:pt>
    <dgm:pt modelId="{4AB9339C-CC07-447E-8C1D-A59C800217E7}" type="sibTrans" cxnId="{E819BEEC-6E7E-41F3-A6A9-9A1E1B2F8310}">
      <dgm:prSet/>
      <dgm:spPr/>
      <dgm:t>
        <a:bodyPr/>
        <a:lstStyle/>
        <a:p>
          <a:endParaRPr lang="pl-PL"/>
        </a:p>
      </dgm:t>
    </dgm:pt>
    <dgm:pt modelId="{2A6829ED-4F77-4CA1-A987-D26A6B0CB2E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 err="1"/>
            <a:t>Tests</a:t>
          </a:r>
          <a:r>
            <a:rPr lang="pl-PL" dirty="0"/>
            <a:t> </a:t>
          </a:r>
          <a:r>
            <a:rPr lang="pl-PL" dirty="0" err="1"/>
            <a:t>independecies</a:t>
          </a:r>
          <a:endParaRPr lang="pl-PL" dirty="0"/>
        </a:p>
      </dgm:t>
    </dgm:pt>
    <dgm:pt modelId="{CFAD3F5E-3F8D-438F-BB17-748625C37E19}" type="parTrans" cxnId="{005D98C5-427A-48A8-A239-8C40349FDB0F}">
      <dgm:prSet/>
      <dgm:spPr/>
      <dgm:t>
        <a:bodyPr/>
        <a:lstStyle/>
        <a:p>
          <a:endParaRPr lang="pl-PL"/>
        </a:p>
      </dgm:t>
    </dgm:pt>
    <dgm:pt modelId="{E3A73D8D-B099-4401-9254-F9F7969DF452}" type="sibTrans" cxnId="{005D98C5-427A-48A8-A239-8C40349FDB0F}">
      <dgm:prSet/>
      <dgm:spPr/>
      <dgm:t>
        <a:bodyPr/>
        <a:lstStyle/>
        <a:p>
          <a:endParaRPr lang="pl-PL"/>
        </a:p>
      </dgm:t>
    </dgm:pt>
    <dgm:pt modelId="{D7B0137C-D9A2-421E-8CCC-19677EF276D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 err="1"/>
            <a:t>Sensitive</a:t>
          </a:r>
          <a:r>
            <a:rPr lang="pl-PL" dirty="0"/>
            <a:t> data </a:t>
          </a:r>
          <a:r>
            <a:rPr lang="pl-PL" dirty="0" err="1"/>
            <a:t>managment</a:t>
          </a:r>
          <a:endParaRPr lang="pl-PL" dirty="0"/>
        </a:p>
      </dgm:t>
    </dgm:pt>
    <dgm:pt modelId="{D90FD3BC-030D-4A6E-809F-93C2BAC70B96}" type="parTrans" cxnId="{190BB572-A8DC-438A-8A88-FED30F476187}">
      <dgm:prSet/>
      <dgm:spPr/>
      <dgm:t>
        <a:bodyPr/>
        <a:lstStyle/>
        <a:p>
          <a:endParaRPr lang="pl-PL"/>
        </a:p>
      </dgm:t>
    </dgm:pt>
    <dgm:pt modelId="{D797C2EC-8B6E-4443-B5B8-732DFBD1B1B8}" type="sibTrans" cxnId="{190BB572-A8DC-438A-8A88-FED30F476187}">
      <dgm:prSet/>
      <dgm:spPr/>
      <dgm:t>
        <a:bodyPr/>
        <a:lstStyle/>
        <a:p>
          <a:endParaRPr lang="pl-PL"/>
        </a:p>
      </dgm:t>
    </dgm:pt>
    <dgm:pt modelId="{D632BAC7-3113-4A18-8127-78F8DB8C988F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 err="1"/>
            <a:t>Shorten</a:t>
          </a:r>
          <a:r>
            <a:rPr lang="pl-PL" dirty="0"/>
            <a:t> </a:t>
          </a:r>
          <a:r>
            <a:rPr lang="pl-PL" dirty="0" err="1"/>
            <a:t>execution</a:t>
          </a:r>
          <a:r>
            <a:rPr lang="pl-PL" dirty="0"/>
            <a:t> </a:t>
          </a:r>
          <a:r>
            <a:rPr lang="pl-PL" dirty="0" err="1"/>
            <a:t>time</a:t>
          </a:r>
          <a:endParaRPr lang="pl-PL" dirty="0"/>
        </a:p>
      </dgm:t>
    </dgm:pt>
    <dgm:pt modelId="{2E8F0A42-42E4-4485-B55F-9A222B2DE924}" type="parTrans" cxnId="{5338B468-A97A-4C21-A183-B3368DCF9EE1}">
      <dgm:prSet/>
      <dgm:spPr/>
      <dgm:t>
        <a:bodyPr/>
        <a:lstStyle/>
        <a:p>
          <a:endParaRPr lang="pl-PL"/>
        </a:p>
      </dgm:t>
    </dgm:pt>
    <dgm:pt modelId="{972A85A9-A023-4048-B642-7503DF4C18A9}" type="sibTrans" cxnId="{5338B468-A97A-4C21-A183-B3368DCF9EE1}">
      <dgm:prSet/>
      <dgm:spPr/>
      <dgm:t>
        <a:bodyPr/>
        <a:lstStyle/>
        <a:p>
          <a:endParaRPr lang="pl-PL"/>
        </a:p>
      </dgm:t>
    </dgm:pt>
    <dgm:pt modelId="{6C28F7D3-0C5D-468C-AC56-89E97A1A2A4B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API </a:t>
          </a:r>
          <a:r>
            <a:rPr lang="pl-PL" dirty="0" err="1"/>
            <a:t>Testing</a:t>
          </a:r>
          <a:r>
            <a:rPr lang="pl-PL" dirty="0"/>
            <a:t> </a:t>
          </a:r>
        </a:p>
      </dgm:t>
    </dgm:pt>
    <dgm:pt modelId="{AE6B391A-E294-4EFC-9C9F-DE43030982BD}" type="parTrans" cxnId="{C476A736-B1EB-49D7-96CE-6305E3AB5BCD}">
      <dgm:prSet/>
      <dgm:spPr/>
      <dgm:t>
        <a:bodyPr/>
        <a:lstStyle/>
        <a:p>
          <a:endParaRPr lang="pl-PL"/>
        </a:p>
      </dgm:t>
    </dgm:pt>
    <dgm:pt modelId="{30A59B10-2E30-4191-8E2B-A786A3B160AC}" type="sibTrans" cxnId="{C476A736-B1EB-49D7-96CE-6305E3AB5BCD}">
      <dgm:prSet/>
      <dgm:spPr/>
      <dgm:t>
        <a:bodyPr/>
        <a:lstStyle/>
        <a:p>
          <a:endParaRPr lang="pl-PL"/>
        </a:p>
      </dgm:t>
    </dgm:pt>
    <dgm:pt modelId="{93E40CBC-F142-443F-AFF7-760B58BE3C1B}" type="pres">
      <dgm:prSet presAssocID="{DD6DAC9C-6DB0-417C-A76D-5197182569D6}" presName="root" presStyleCnt="0">
        <dgm:presLayoutVars>
          <dgm:dir/>
          <dgm:resizeHandles val="exact"/>
        </dgm:presLayoutVars>
      </dgm:prSet>
      <dgm:spPr/>
    </dgm:pt>
    <dgm:pt modelId="{486A32BD-61ED-401C-96E6-7E075263EF52}" type="pres">
      <dgm:prSet presAssocID="{3A36333F-917B-4E8D-95BC-EFF26D33904E}" presName="compNode" presStyleCnt="0"/>
      <dgm:spPr/>
    </dgm:pt>
    <dgm:pt modelId="{7BA20E82-58FE-4C02-A006-BE1EE04019FF}" type="pres">
      <dgm:prSet presAssocID="{3A36333F-917B-4E8D-95BC-EFF26D33904E}" presName="iconRect" presStyleLbl="node1" presStyleIdx="0" presStyleCnt="1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ieta"/>
        </a:ext>
      </dgm:extLst>
    </dgm:pt>
    <dgm:pt modelId="{33F3BA4A-EBC5-498B-803A-D0BF27D62E77}" type="pres">
      <dgm:prSet presAssocID="{3A36333F-917B-4E8D-95BC-EFF26D33904E}" presName="spaceRect" presStyleCnt="0"/>
      <dgm:spPr/>
    </dgm:pt>
    <dgm:pt modelId="{4D958C3C-5BF6-4F64-9E93-83900E9FEE58}" type="pres">
      <dgm:prSet presAssocID="{3A36333F-917B-4E8D-95BC-EFF26D33904E}" presName="textRect" presStyleLbl="revTx" presStyleIdx="0" presStyleCnt="10">
        <dgm:presLayoutVars>
          <dgm:chMax val="1"/>
          <dgm:chPref val="1"/>
        </dgm:presLayoutVars>
      </dgm:prSet>
      <dgm:spPr/>
    </dgm:pt>
    <dgm:pt modelId="{0D4EB4EF-99B3-41F2-8F26-122A8C60D7EA}" type="pres">
      <dgm:prSet presAssocID="{17D14348-4725-4E29-ABCE-D4B91563D4B4}" presName="sibTrans" presStyleCnt="0"/>
      <dgm:spPr/>
    </dgm:pt>
    <dgm:pt modelId="{D5ECFA1C-1D55-4C3A-BE6D-041E8223ACAC}" type="pres">
      <dgm:prSet presAssocID="{452DF1CA-A27B-4881-A2C1-1BBB57929FB9}" presName="compNode" presStyleCnt="0"/>
      <dgm:spPr/>
    </dgm:pt>
    <dgm:pt modelId="{CEF92B20-A048-4FCD-A719-5EDB5DC44697}" type="pres">
      <dgm:prSet presAssocID="{452DF1CA-A27B-4881-A2C1-1BBB57929FB9}" presName="iconRect" presStyleLbl="node1" presStyleIdx="1" presStyleCnt="1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233F6B3B-75AB-4606-929C-9CC4EDF682CD}" type="pres">
      <dgm:prSet presAssocID="{452DF1CA-A27B-4881-A2C1-1BBB57929FB9}" presName="spaceRect" presStyleCnt="0"/>
      <dgm:spPr/>
    </dgm:pt>
    <dgm:pt modelId="{D8E7F4A0-0C37-404A-A345-0C0150A84887}" type="pres">
      <dgm:prSet presAssocID="{452DF1CA-A27B-4881-A2C1-1BBB57929FB9}" presName="textRect" presStyleLbl="revTx" presStyleIdx="1" presStyleCnt="10">
        <dgm:presLayoutVars>
          <dgm:chMax val="1"/>
          <dgm:chPref val="1"/>
        </dgm:presLayoutVars>
      </dgm:prSet>
      <dgm:spPr/>
    </dgm:pt>
    <dgm:pt modelId="{0988A47F-86D9-4247-9599-9583F15F6EA3}" type="pres">
      <dgm:prSet presAssocID="{2B6CE441-0ABB-42E5-A63B-5B70C74A0B66}" presName="sibTrans" presStyleCnt="0"/>
      <dgm:spPr/>
    </dgm:pt>
    <dgm:pt modelId="{31742756-2AD7-49D6-8AFC-3A424F9BEE76}" type="pres">
      <dgm:prSet presAssocID="{932558AB-A1F2-49FA-960C-0B523196D09D}" presName="compNode" presStyleCnt="0"/>
      <dgm:spPr/>
    </dgm:pt>
    <dgm:pt modelId="{19A04B13-C781-42CF-A271-667774C1FCD5}" type="pres">
      <dgm:prSet presAssocID="{932558AB-A1F2-49FA-960C-0B523196D09D}" presName="iconRect" presStyleLbl="node1" presStyleIdx="2" presStyleCnt="1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75FB04F-0A13-4876-8747-22D40FED435F}" type="pres">
      <dgm:prSet presAssocID="{932558AB-A1F2-49FA-960C-0B523196D09D}" presName="spaceRect" presStyleCnt="0"/>
      <dgm:spPr/>
    </dgm:pt>
    <dgm:pt modelId="{E955FFC0-975C-4458-A886-9441EF309E0E}" type="pres">
      <dgm:prSet presAssocID="{932558AB-A1F2-49FA-960C-0B523196D09D}" presName="textRect" presStyleLbl="revTx" presStyleIdx="2" presStyleCnt="10">
        <dgm:presLayoutVars>
          <dgm:chMax val="1"/>
          <dgm:chPref val="1"/>
        </dgm:presLayoutVars>
      </dgm:prSet>
      <dgm:spPr/>
    </dgm:pt>
    <dgm:pt modelId="{CB5EDDC5-9BE1-4519-AF46-ACB85D9DB65B}" type="pres">
      <dgm:prSet presAssocID="{EDACF9EB-5E9F-40F0-95F8-8158EB23D290}" presName="sibTrans" presStyleCnt="0"/>
      <dgm:spPr/>
    </dgm:pt>
    <dgm:pt modelId="{66D15840-2DD7-4873-8279-26A609516ECC}" type="pres">
      <dgm:prSet presAssocID="{3BEA1C53-F1CC-49AC-84EC-59E2535F10B2}" presName="compNode" presStyleCnt="0"/>
      <dgm:spPr/>
    </dgm:pt>
    <dgm:pt modelId="{0594A620-D3E6-4760-B115-D16454FED690}" type="pres">
      <dgm:prSet presAssocID="{3BEA1C53-F1CC-49AC-84EC-59E2535F10B2}" presName="iconRect" presStyleLbl="node1" presStyleIdx="3" presStyleCnt="1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D0A232E-D1B4-474D-B69B-8A4CD1DEE470}" type="pres">
      <dgm:prSet presAssocID="{3BEA1C53-F1CC-49AC-84EC-59E2535F10B2}" presName="spaceRect" presStyleCnt="0"/>
      <dgm:spPr/>
    </dgm:pt>
    <dgm:pt modelId="{EFDBF064-6F6C-4A12-9913-1C367C3ED1AD}" type="pres">
      <dgm:prSet presAssocID="{3BEA1C53-F1CC-49AC-84EC-59E2535F10B2}" presName="textRect" presStyleLbl="revTx" presStyleIdx="3" presStyleCnt="10">
        <dgm:presLayoutVars>
          <dgm:chMax val="1"/>
          <dgm:chPref val="1"/>
        </dgm:presLayoutVars>
      </dgm:prSet>
      <dgm:spPr/>
    </dgm:pt>
    <dgm:pt modelId="{EAA14ADE-410C-4F24-BF44-FBE02BE4EC5B}" type="pres">
      <dgm:prSet presAssocID="{896E8C21-3FD3-415A-A7D5-022314EE786A}" presName="sibTrans" presStyleCnt="0"/>
      <dgm:spPr/>
    </dgm:pt>
    <dgm:pt modelId="{EEE08E10-8147-495C-A5D4-4C7658D2EBD9}" type="pres">
      <dgm:prSet presAssocID="{3B0A36F8-5A91-499F-BF76-A09814381A08}" presName="compNode" presStyleCnt="0"/>
      <dgm:spPr/>
    </dgm:pt>
    <dgm:pt modelId="{6C99FE82-9E1D-4B3C-AEE3-A71AACE6B706}" type="pres">
      <dgm:prSet presAssocID="{3B0A36F8-5A91-499F-BF76-A09814381A08}" presName="iconRect" presStyleLbl="node1" presStyleIdx="4" presStyleCnt="10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67F33D19-ABDD-4065-B185-0D808B8A3ED5}" type="pres">
      <dgm:prSet presAssocID="{3B0A36F8-5A91-499F-BF76-A09814381A08}" presName="spaceRect" presStyleCnt="0"/>
      <dgm:spPr/>
    </dgm:pt>
    <dgm:pt modelId="{4A2FC3AF-9228-4806-B485-D3AFA2D7075B}" type="pres">
      <dgm:prSet presAssocID="{3B0A36F8-5A91-499F-BF76-A09814381A08}" presName="textRect" presStyleLbl="revTx" presStyleIdx="4" presStyleCnt="10">
        <dgm:presLayoutVars>
          <dgm:chMax val="1"/>
          <dgm:chPref val="1"/>
        </dgm:presLayoutVars>
      </dgm:prSet>
      <dgm:spPr/>
    </dgm:pt>
    <dgm:pt modelId="{5BEB1EA2-41DB-4FB7-97AA-88C2E472D385}" type="pres">
      <dgm:prSet presAssocID="{762BCE9A-F6DB-4B17-90CC-C41C70DABAEE}" presName="sibTrans" presStyleCnt="0"/>
      <dgm:spPr/>
    </dgm:pt>
    <dgm:pt modelId="{EB6274CC-E3A7-4BF3-8133-8FF17B8D3120}" type="pres">
      <dgm:prSet presAssocID="{53F64FAD-47DF-4D88-B7E0-9C08D821D47F}" presName="compNode" presStyleCnt="0"/>
      <dgm:spPr/>
    </dgm:pt>
    <dgm:pt modelId="{800C744C-5084-48C7-9F96-E4E237C763C8}" type="pres">
      <dgm:prSet presAssocID="{53F64FAD-47DF-4D88-B7E0-9C08D821D47F}" presName="iconRect" presStyleLbl="node1" presStyleIdx="5" presStyleCnt="10" custLinFactNeighborX="-58029" custLinFactNeighborY="6003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mdiagram z wypełnieniem pełnym"/>
        </a:ext>
      </dgm:extLst>
    </dgm:pt>
    <dgm:pt modelId="{363BE98A-FB07-4187-8A80-612996DF8B73}" type="pres">
      <dgm:prSet presAssocID="{53F64FAD-47DF-4D88-B7E0-9C08D821D47F}" presName="spaceRect" presStyleCnt="0"/>
      <dgm:spPr/>
    </dgm:pt>
    <dgm:pt modelId="{7EE2D38F-E461-4484-A54C-A66148AA7100}" type="pres">
      <dgm:prSet presAssocID="{53F64FAD-47DF-4D88-B7E0-9C08D821D47F}" presName="textRect" presStyleLbl="revTx" presStyleIdx="5" presStyleCnt="10" custLinFactNeighborX="-21573" custLinFactNeighborY="-5061">
        <dgm:presLayoutVars>
          <dgm:chMax val="1"/>
          <dgm:chPref val="1"/>
        </dgm:presLayoutVars>
      </dgm:prSet>
      <dgm:spPr/>
    </dgm:pt>
    <dgm:pt modelId="{831F7485-9DB5-4A90-B316-124AD9724FBC}" type="pres">
      <dgm:prSet presAssocID="{4AB9339C-CC07-447E-8C1D-A59C800217E7}" presName="sibTrans" presStyleCnt="0"/>
      <dgm:spPr/>
    </dgm:pt>
    <dgm:pt modelId="{9039F636-7790-4F30-B7AB-794C25EE7E1C}" type="pres">
      <dgm:prSet presAssocID="{2A6829ED-4F77-4CA1-A987-D26A6B0CB2E4}" presName="compNode" presStyleCnt="0"/>
      <dgm:spPr/>
    </dgm:pt>
    <dgm:pt modelId="{4F22FC87-0420-4102-8398-3FB0BC91E85E}" type="pres">
      <dgm:prSet presAssocID="{2A6829ED-4F77-4CA1-A987-D26A6B0CB2E4}" presName="iconRect" presStyleLbl="node1" presStyleIdx="6" presStyleCnt="10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t kontur"/>
        </a:ext>
      </dgm:extLst>
    </dgm:pt>
    <dgm:pt modelId="{CBA6A855-ECFD-48B0-B974-F76F1F8786B8}" type="pres">
      <dgm:prSet presAssocID="{2A6829ED-4F77-4CA1-A987-D26A6B0CB2E4}" presName="spaceRect" presStyleCnt="0"/>
      <dgm:spPr/>
    </dgm:pt>
    <dgm:pt modelId="{C58890F2-9C7E-48AC-B948-3AC3818140E0}" type="pres">
      <dgm:prSet presAssocID="{2A6829ED-4F77-4CA1-A987-D26A6B0CB2E4}" presName="textRect" presStyleLbl="revTx" presStyleIdx="6" presStyleCnt="10">
        <dgm:presLayoutVars>
          <dgm:chMax val="1"/>
          <dgm:chPref val="1"/>
        </dgm:presLayoutVars>
      </dgm:prSet>
      <dgm:spPr/>
    </dgm:pt>
    <dgm:pt modelId="{60393349-F5EF-4F1E-8596-C30034A3E64A}" type="pres">
      <dgm:prSet presAssocID="{E3A73D8D-B099-4401-9254-F9F7969DF452}" presName="sibTrans" presStyleCnt="0"/>
      <dgm:spPr/>
    </dgm:pt>
    <dgm:pt modelId="{6CE94AFC-6C1E-433E-AF92-289246B1E0DE}" type="pres">
      <dgm:prSet presAssocID="{D7B0137C-D9A2-421E-8CCC-19677EF276D9}" presName="compNode" presStyleCnt="0"/>
      <dgm:spPr/>
    </dgm:pt>
    <dgm:pt modelId="{33AFC140-7DA1-42F3-9F8F-575C942DFC3B}" type="pres">
      <dgm:prSet presAssocID="{D7B0137C-D9A2-421E-8CCC-19677EF276D9}" presName="iconRect" presStyleLbl="node1" presStyleIdx="7" presStyleCnt="10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kontrolna z wypełnieniem pełnym"/>
        </a:ext>
      </dgm:extLst>
    </dgm:pt>
    <dgm:pt modelId="{7C65149A-5093-45EA-8662-4C6030EB240D}" type="pres">
      <dgm:prSet presAssocID="{D7B0137C-D9A2-421E-8CCC-19677EF276D9}" presName="spaceRect" presStyleCnt="0"/>
      <dgm:spPr/>
    </dgm:pt>
    <dgm:pt modelId="{A97CE414-552E-453E-9F36-5EC97A706CE0}" type="pres">
      <dgm:prSet presAssocID="{D7B0137C-D9A2-421E-8CCC-19677EF276D9}" presName="textRect" presStyleLbl="revTx" presStyleIdx="7" presStyleCnt="10">
        <dgm:presLayoutVars>
          <dgm:chMax val="1"/>
          <dgm:chPref val="1"/>
        </dgm:presLayoutVars>
      </dgm:prSet>
      <dgm:spPr/>
    </dgm:pt>
    <dgm:pt modelId="{E489C2B7-BC2C-49BC-A6F7-6E8C795F84FA}" type="pres">
      <dgm:prSet presAssocID="{D797C2EC-8B6E-4443-B5B8-732DFBD1B1B8}" presName="sibTrans" presStyleCnt="0"/>
      <dgm:spPr/>
    </dgm:pt>
    <dgm:pt modelId="{E5775607-B31A-45D0-828E-0CB6041EA773}" type="pres">
      <dgm:prSet presAssocID="{D632BAC7-3113-4A18-8127-78F8DB8C988F}" presName="compNode" presStyleCnt="0"/>
      <dgm:spPr/>
    </dgm:pt>
    <dgm:pt modelId="{B0A37283-A192-429A-883C-1201368913F9}" type="pres">
      <dgm:prSet presAssocID="{D632BAC7-3113-4A18-8127-78F8DB8C988F}" presName="iconRect" presStyleLbl="node1" presStyleIdx="8" presStyleCnt="10"/>
      <dgm:spPr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er z wypełnieniem pełnym"/>
        </a:ext>
      </dgm:extLst>
    </dgm:pt>
    <dgm:pt modelId="{3CAF1D61-96DF-4D6D-AB8A-A97705B288D9}" type="pres">
      <dgm:prSet presAssocID="{D632BAC7-3113-4A18-8127-78F8DB8C988F}" presName="spaceRect" presStyleCnt="0"/>
      <dgm:spPr/>
    </dgm:pt>
    <dgm:pt modelId="{A526ECFD-26AC-4B66-84C6-D3C1D5032694}" type="pres">
      <dgm:prSet presAssocID="{D632BAC7-3113-4A18-8127-78F8DB8C988F}" presName="textRect" presStyleLbl="revTx" presStyleIdx="8" presStyleCnt="10">
        <dgm:presLayoutVars>
          <dgm:chMax val="1"/>
          <dgm:chPref val="1"/>
        </dgm:presLayoutVars>
      </dgm:prSet>
      <dgm:spPr/>
    </dgm:pt>
    <dgm:pt modelId="{AA1F6BA8-415D-448C-8160-7BB44679DD55}" type="pres">
      <dgm:prSet presAssocID="{972A85A9-A023-4048-B642-7503DF4C18A9}" presName="sibTrans" presStyleCnt="0"/>
      <dgm:spPr/>
    </dgm:pt>
    <dgm:pt modelId="{C4EAEC9C-A6E7-40E6-9A39-710D00B5C3E8}" type="pres">
      <dgm:prSet presAssocID="{6C28F7D3-0C5D-468C-AC56-89E97A1A2A4B}" presName="compNode" presStyleCnt="0"/>
      <dgm:spPr/>
    </dgm:pt>
    <dgm:pt modelId="{311E2B80-12C9-4927-B4D9-B391A582DF2D}" type="pres">
      <dgm:prSet presAssocID="{6C28F7D3-0C5D-468C-AC56-89E97A1A2A4B}" presName="iconRect" presStyleLbl="node1" presStyleIdx="9" presStyleCnt="10"/>
      <dgm:spPr>
        <a:blipFill>
          <a:blip xmlns:r="http://schemas.openxmlformats.org/officeDocument/2006/relationships"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mat z wypełnieniem pełnym"/>
        </a:ext>
      </dgm:extLst>
    </dgm:pt>
    <dgm:pt modelId="{456295E1-9166-4838-9D8B-0B73B264DBA3}" type="pres">
      <dgm:prSet presAssocID="{6C28F7D3-0C5D-468C-AC56-89E97A1A2A4B}" presName="spaceRect" presStyleCnt="0"/>
      <dgm:spPr/>
    </dgm:pt>
    <dgm:pt modelId="{6875E647-5A0D-409B-8CD3-69328C99D018}" type="pres">
      <dgm:prSet presAssocID="{6C28F7D3-0C5D-468C-AC56-89E97A1A2A4B}" presName="textRect" presStyleLbl="revTx" presStyleIdx="9" presStyleCnt="10">
        <dgm:presLayoutVars>
          <dgm:chMax val="1"/>
          <dgm:chPref val="1"/>
        </dgm:presLayoutVars>
      </dgm:prSet>
      <dgm:spPr/>
    </dgm:pt>
  </dgm:ptLst>
  <dgm:cxnLst>
    <dgm:cxn modelId="{C476A736-B1EB-49D7-96CE-6305E3AB5BCD}" srcId="{DD6DAC9C-6DB0-417C-A76D-5197182569D6}" destId="{6C28F7D3-0C5D-468C-AC56-89E97A1A2A4B}" srcOrd="9" destOrd="0" parTransId="{AE6B391A-E294-4EFC-9C9F-DE43030982BD}" sibTransId="{30A59B10-2E30-4191-8E2B-A786A3B160AC}"/>
    <dgm:cxn modelId="{907AFC3D-EE94-4098-8290-6EB95D2D52A8}" srcId="{DD6DAC9C-6DB0-417C-A76D-5197182569D6}" destId="{3BEA1C53-F1CC-49AC-84EC-59E2535F10B2}" srcOrd="3" destOrd="0" parTransId="{5F75DBC1-36A9-4694-A980-2B6B546A22C5}" sibTransId="{896E8C21-3FD3-415A-A7D5-022314EE786A}"/>
    <dgm:cxn modelId="{BC2B6D43-6ABD-4333-8B6D-50BB85B3A8AC}" srcId="{DD6DAC9C-6DB0-417C-A76D-5197182569D6}" destId="{932558AB-A1F2-49FA-960C-0B523196D09D}" srcOrd="2" destOrd="0" parTransId="{E2205072-F864-4976-8CB6-73AB336A33D7}" sibTransId="{EDACF9EB-5E9F-40F0-95F8-8158EB23D290}"/>
    <dgm:cxn modelId="{A3801856-96E1-4E6D-95AB-C95DB5BBC4EF}" srcId="{DD6DAC9C-6DB0-417C-A76D-5197182569D6}" destId="{3A36333F-917B-4E8D-95BC-EFF26D33904E}" srcOrd="0" destOrd="0" parTransId="{9B06CE35-BF0C-4398-9F26-58DE79123702}" sibTransId="{17D14348-4725-4E29-ABCE-D4B91563D4B4}"/>
    <dgm:cxn modelId="{F9731D57-3157-46E5-AF7B-5897092FD0DE}" type="presOf" srcId="{53F64FAD-47DF-4D88-B7E0-9C08D821D47F}" destId="{7EE2D38F-E461-4484-A54C-A66148AA7100}" srcOrd="0" destOrd="0" presId="urn:microsoft.com/office/officeart/2018/2/layout/IconLabelList"/>
    <dgm:cxn modelId="{5338B468-A97A-4C21-A183-B3368DCF9EE1}" srcId="{DD6DAC9C-6DB0-417C-A76D-5197182569D6}" destId="{D632BAC7-3113-4A18-8127-78F8DB8C988F}" srcOrd="8" destOrd="0" parTransId="{2E8F0A42-42E4-4485-B55F-9A222B2DE924}" sibTransId="{972A85A9-A023-4048-B642-7503DF4C18A9}"/>
    <dgm:cxn modelId="{5DCC9370-5161-4762-A7F6-B2C5D4169ECE}" type="presOf" srcId="{3B0A36F8-5A91-499F-BF76-A09814381A08}" destId="{4A2FC3AF-9228-4806-B485-D3AFA2D7075B}" srcOrd="0" destOrd="0" presId="urn:microsoft.com/office/officeart/2018/2/layout/IconLabelList"/>
    <dgm:cxn modelId="{190BB572-A8DC-438A-8A88-FED30F476187}" srcId="{DD6DAC9C-6DB0-417C-A76D-5197182569D6}" destId="{D7B0137C-D9A2-421E-8CCC-19677EF276D9}" srcOrd="7" destOrd="0" parTransId="{D90FD3BC-030D-4A6E-809F-93C2BAC70B96}" sibTransId="{D797C2EC-8B6E-4443-B5B8-732DFBD1B1B8}"/>
    <dgm:cxn modelId="{90883376-6B7B-4206-9AD6-DCF83ADA6B2F}" srcId="{DD6DAC9C-6DB0-417C-A76D-5197182569D6}" destId="{452DF1CA-A27B-4881-A2C1-1BBB57929FB9}" srcOrd="1" destOrd="0" parTransId="{12F32973-E01A-439C-97FB-869C05643FF9}" sibTransId="{2B6CE441-0ABB-42E5-A63B-5B70C74A0B66}"/>
    <dgm:cxn modelId="{146EB876-F03D-45EB-BE21-0EAEF3F9E363}" srcId="{DD6DAC9C-6DB0-417C-A76D-5197182569D6}" destId="{3B0A36F8-5A91-499F-BF76-A09814381A08}" srcOrd="4" destOrd="0" parTransId="{066984B9-34FC-4B90-9155-4529C060926C}" sibTransId="{762BCE9A-F6DB-4B17-90CC-C41C70DABAEE}"/>
    <dgm:cxn modelId="{6C5F919F-DDE7-4BDA-8F38-DB466B4CB286}" type="presOf" srcId="{2A6829ED-4F77-4CA1-A987-D26A6B0CB2E4}" destId="{C58890F2-9C7E-48AC-B948-3AC3818140E0}" srcOrd="0" destOrd="0" presId="urn:microsoft.com/office/officeart/2018/2/layout/IconLabelList"/>
    <dgm:cxn modelId="{021ED1A4-6664-40A2-8E9A-54845413C9DE}" type="presOf" srcId="{3BEA1C53-F1CC-49AC-84EC-59E2535F10B2}" destId="{EFDBF064-6F6C-4A12-9913-1C367C3ED1AD}" srcOrd="0" destOrd="0" presId="urn:microsoft.com/office/officeart/2018/2/layout/IconLabelList"/>
    <dgm:cxn modelId="{EE1C4DB7-1C51-4D9C-B2B4-4E70C5FFE984}" type="presOf" srcId="{452DF1CA-A27B-4881-A2C1-1BBB57929FB9}" destId="{D8E7F4A0-0C37-404A-A345-0C0150A84887}" srcOrd="0" destOrd="0" presId="urn:microsoft.com/office/officeart/2018/2/layout/IconLabelList"/>
    <dgm:cxn modelId="{91B7DEB9-B43F-4424-ABB7-119EBCD39D40}" type="presOf" srcId="{3A36333F-917B-4E8D-95BC-EFF26D33904E}" destId="{4D958C3C-5BF6-4F64-9E93-83900E9FEE58}" srcOrd="0" destOrd="0" presId="urn:microsoft.com/office/officeart/2018/2/layout/IconLabelList"/>
    <dgm:cxn modelId="{005D98C5-427A-48A8-A239-8C40349FDB0F}" srcId="{DD6DAC9C-6DB0-417C-A76D-5197182569D6}" destId="{2A6829ED-4F77-4CA1-A987-D26A6B0CB2E4}" srcOrd="6" destOrd="0" parTransId="{CFAD3F5E-3F8D-438F-BB17-748625C37E19}" sibTransId="{E3A73D8D-B099-4401-9254-F9F7969DF452}"/>
    <dgm:cxn modelId="{767C5BCB-4D70-49DB-BD11-2447B5BA9969}" type="presOf" srcId="{DD6DAC9C-6DB0-417C-A76D-5197182569D6}" destId="{93E40CBC-F142-443F-AFF7-760B58BE3C1B}" srcOrd="0" destOrd="0" presId="urn:microsoft.com/office/officeart/2018/2/layout/IconLabelList"/>
    <dgm:cxn modelId="{330474D9-F67C-43B1-AE1C-FCB59E19EA34}" type="presOf" srcId="{D7B0137C-D9A2-421E-8CCC-19677EF276D9}" destId="{A97CE414-552E-453E-9F36-5EC97A706CE0}" srcOrd="0" destOrd="0" presId="urn:microsoft.com/office/officeart/2018/2/layout/IconLabelList"/>
    <dgm:cxn modelId="{7723EFE6-E9E2-4ADC-A6A4-B964BDA03592}" type="presOf" srcId="{932558AB-A1F2-49FA-960C-0B523196D09D}" destId="{E955FFC0-975C-4458-A886-9441EF309E0E}" srcOrd="0" destOrd="0" presId="urn:microsoft.com/office/officeart/2018/2/layout/IconLabelList"/>
    <dgm:cxn modelId="{562859E8-7AC4-4DCC-A83B-695F290F6FDB}" type="presOf" srcId="{6C28F7D3-0C5D-468C-AC56-89E97A1A2A4B}" destId="{6875E647-5A0D-409B-8CD3-69328C99D018}" srcOrd="0" destOrd="0" presId="urn:microsoft.com/office/officeart/2018/2/layout/IconLabelList"/>
    <dgm:cxn modelId="{873B05EB-09F7-48E6-944D-4996BB25820E}" type="presOf" srcId="{D632BAC7-3113-4A18-8127-78F8DB8C988F}" destId="{A526ECFD-26AC-4B66-84C6-D3C1D5032694}" srcOrd="0" destOrd="0" presId="urn:microsoft.com/office/officeart/2018/2/layout/IconLabelList"/>
    <dgm:cxn modelId="{E819BEEC-6E7E-41F3-A6A9-9A1E1B2F8310}" srcId="{DD6DAC9C-6DB0-417C-A76D-5197182569D6}" destId="{53F64FAD-47DF-4D88-B7E0-9C08D821D47F}" srcOrd="5" destOrd="0" parTransId="{52BCF1BF-C55B-4247-85C6-D7FE5720001D}" sibTransId="{4AB9339C-CC07-447E-8C1D-A59C800217E7}"/>
    <dgm:cxn modelId="{B81C5294-C262-4032-A789-6BEC075CFD43}" type="presParOf" srcId="{93E40CBC-F142-443F-AFF7-760B58BE3C1B}" destId="{486A32BD-61ED-401C-96E6-7E075263EF52}" srcOrd="0" destOrd="0" presId="urn:microsoft.com/office/officeart/2018/2/layout/IconLabelList"/>
    <dgm:cxn modelId="{88EB6205-4450-41E7-945D-9D912BA9F0C3}" type="presParOf" srcId="{486A32BD-61ED-401C-96E6-7E075263EF52}" destId="{7BA20E82-58FE-4C02-A006-BE1EE04019FF}" srcOrd="0" destOrd="0" presId="urn:microsoft.com/office/officeart/2018/2/layout/IconLabelList"/>
    <dgm:cxn modelId="{610E37AE-50AC-483A-AB97-DFAC09379473}" type="presParOf" srcId="{486A32BD-61ED-401C-96E6-7E075263EF52}" destId="{33F3BA4A-EBC5-498B-803A-D0BF27D62E77}" srcOrd="1" destOrd="0" presId="urn:microsoft.com/office/officeart/2018/2/layout/IconLabelList"/>
    <dgm:cxn modelId="{CDEF91BA-8117-420A-909B-B04A778AF230}" type="presParOf" srcId="{486A32BD-61ED-401C-96E6-7E075263EF52}" destId="{4D958C3C-5BF6-4F64-9E93-83900E9FEE58}" srcOrd="2" destOrd="0" presId="urn:microsoft.com/office/officeart/2018/2/layout/IconLabelList"/>
    <dgm:cxn modelId="{8F195138-BCC0-445F-8BC2-59985843C17C}" type="presParOf" srcId="{93E40CBC-F142-443F-AFF7-760B58BE3C1B}" destId="{0D4EB4EF-99B3-41F2-8F26-122A8C60D7EA}" srcOrd="1" destOrd="0" presId="urn:microsoft.com/office/officeart/2018/2/layout/IconLabelList"/>
    <dgm:cxn modelId="{4087389E-3E18-439A-B06B-CE00841AE242}" type="presParOf" srcId="{93E40CBC-F142-443F-AFF7-760B58BE3C1B}" destId="{D5ECFA1C-1D55-4C3A-BE6D-041E8223ACAC}" srcOrd="2" destOrd="0" presId="urn:microsoft.com/office/officeart/2018/2/layout/IconLabelList"/>
    <dgm:cxn modelId="{CAF9C28B-5714-4C69-BB87-C1C65EE9408F}" type="presParOf" srcId="{D5ECFA1C-1D55-4C3A-BE6D-041E8223ACAC}" destId="{CEF92B20-A048-4FCD-A719-5EDB5DC44697}" srcOrd="0" destOrd="0" presId="urn:microsoft.com/office/officeart/2018/2/layout/IconLabelList"/>
    <dgm:cxn modelId="{05C0D277-AE1C-4E1C-9BB1-003F89FC6808}" type="presParOf" srcId="{D5ECFA1C-1D55-4C3A-BE6D-041E8223ACAC}" destId="{233F6B3B-75AB-4606-929C-9CC4EDF682CD}" srcOrd="1" destOrd="0" presId="urn:microsoft.com/office/officeart/2018/2/layout/IconLabelList"/>
    <dgm:cxn modelId="{FBBCD5C6-5B38-4772-8774-ECF773B126B0}" type="presParOf" srcId="{D5ECFA1C-1D55-4C3A-BE6D-041E8223ACAC}" destId="{D8E7F4A0-0C37-404A-A345-0C0150A84887}" srcOrd="2" destOrd="0" presId="urn:microsoft.com/office/officeart/2018/2/layout/IconLabelList"/>
    <dgm:cxn modelId="{AF206387-5228-4213-8EEF-85D0E5602B2E}" type="presParOf" srcId="{93E40CBC-F142-443F-AFF7-760B58BE3C1B}" destId="{0988A47F-86D9-4247-9599-9583F15F6EA3}" srcOrd="3" destOrd="0" presId="urn:microsoft.com/office/officeart/2018/2/layout/IconLabelList"/>
    <dgm:cxn modelId="{AA629D37-6E5C-499D-ADB5-7E504AEF4FC0}" type="presParOf" srcId="{93E40CBC-F142-443F-AFF7-760B58BE3C1B}" destId="{31742756-2AD7-49D6-8AFC-3A424F9BEE76}" srcOrd="4" destOrd="0" presId="urn:microsoft.com/office/officeart/2018/2/layout/IconLabelList"/>
    <dgm:cxn modelId="{2C779BC4-F104-472D-94D0-72BF9EE1FA4C}" type="presParOf" srcId="{31742756-2AD7-49D6-8AFC-3A424F9BEE76}" destId="{19A04B13-C781-42CF-A271-667774C1FCD5}" srcOrd="0" destOrd="0" presId="urn:microsoft.com/office/officeart/2018/2/layout/IconLabelList"/>
    <dgm:cxn modelId="{C7B8DE45-3243-411C-8B8B-D6E54DDA67C8}" type="presParOf" srcId="{31742756-2AD7-49D6-8AFC-3A424F9BEE76}" destId="{B75FB04F-0A13-4876-8747-22D40FED435F}" srcOrd="1" destOrd="0" presId="urn:microsoft.com/office/officeart/2018/2/layout/IconLabelList"/>
    <dgm:cxn modelId="{C5E6BB46-3554-4826-A1E4-3DB5F015DFDC}" type="presParOf" srcId="{31742756-2AD7-49D6-8AFC-3A424F9BEE76}" destId="{E955FFC0-975C-4458-A886-9441EF309E0E}" srcOrd="2" destOrd="0" presId="urn:microsoft.com/office/officeart/2018/2/layout/IconLabelList"/>
    <dgm:cxn modelId="{0DFCC056-BE9C-4903-A7CC-42335301FA7F}" type="presParOf" srcId="{93E40CBC-F142-443F-AFF7-760B58BE3C1B}" destId="{CB5EDDC5-9BE1-4519-AF46-ACB85D9DB65B}" srcOrd="5" destOrd="0" presId="urn:microsoft.com/office/officeart/2018/2/layout/IconLabelList"/>
    <dgm:cxn modelId="{BA1B1F4E-185F-40D4-A6D3-F52BF8514DFC}" type="presParOf" srcId="{93E40CBC-F142-443F-AFF7-760B58BE3C1B}" destId="{66D15840-2DD7-4873-8279-26A609516ECC}" srcOrd="6" destOrd="0" presId="urn:microsoft.com/office/officeart/2018/2/layout/IconLabelList"/>
    <dgm:cxn modelId="{4B517B55-3AC6-4C7F-A419-CB8309AC5179}" type="presParOf" srcId="{66D15840-2DD7-4873-8279-26A609516ECC}" destId="{0594A620-D3E6-4760-B115-D16454FED690}" srcOrd="0" destOrd="0" presId="urn:microsoft.com/office/officeart/2018/2/layout/IconLabelList"/>
    <dgm:cxn modelId="{F5EBA984-63C9-4F62-8CDA-D27DDF7393ED}" type="presParOf" srcId="{66D15840-2DD7-4873-8279-26A609516ECC}" destId="{AD0A232E-D1B4-474D-B69B-8A4CD1DEE470}" srcOrd="1" destOrd="0" presId="urn:microsoft.com/office/officeart/2018/2/layout/IconLabelList"/>
    <dgm:cxn modelId="{BF7A56C0-FAC1-462B-A573-5A5D05C1DD22}" type="presParOf" srcId="{66D15840-2DD7-4873-8279-26A609516ECC}" destId="{EFDBF064-6F6C-4A12-9913-1C367C3ED1AD}" srcOrd="2" destOrd="0" presId="urn:microsoft.com/office/officeart/2018/2/layout/IconLabelList"/>
    <dgm:cxn modelId="{37D2E6FF-E09C-4643-8E3E-D576E0BAE35E}" type="presParOf" srcId="{93E40CBC-F142-443F-AFF7-760B58BE3C1B}" destId="{EAA14ADE-410C-4F24-BF44-FBE02BE4EC5B}" srcOrd="7" destOrd="0" presId="urn:microsoft.com/office/officeart/2018/2/layout/IconLabelList"/>
    <dgm:cxn modelId="{42A2621C-2155-4075-BBD9-C7C9A8470E2C}" type="presParOf" srcId="{93E40CBC-F142-443F-AFF7-760B58BE3C1B}" destId="{EEE08E10-8147-495C-A5D4-4C7658D2EBD9}" srcOrd="8" destOrd="0" presId="urn:microsoft.com/office/officeart/2018/2/layout/IconLabelList"/>
    <dgm:cxn modelId="{34852E0E-CA0D-440A-BB32-FDD107FC27F8}" type="presParOf" srcId="{EEE08E10-8147-495C-A5D4-4C7658D2EBD9}" destId="{6C99FE82-9E1D-4B3C-AEE3-A71AACE6B706}" srcOrd="0" destOrd="0" presId="urn:microsoft.com/office/officeart/2018/2/layout/IconLabelList"/>
    <dgm:cxn modelId="{CD53F1CD-B76C-4183-ADEB-212B8CD781D0}" type="presParOf" srcId="{EEE08E10-8147-495C-A5D4-4C7658D2EBD9}" destId="{67F33D19-ABDD-4065-B185-0D808B8A3ED5}" srcOrd="1" destOrd="0" presId="urn:microsoft.com/office/officeart/2018/2/layout/IconLabelList"/>
    <dgm:cxn modelId="{93C85C70-EB6F-4278-A4C4-A55ABFE33299}" type="presParOf" srcId="{EEE08E10-8147-495C-A5D4-4C7658D2EBD9}" destId="{4A2FC3AF-9228-4806-B485-D3AFA2D7075B}" srcOrd="2" destOrd="0" presId="urn:microsoft.com/office/officeart/2018/2/layout/IconLabelList"/>
    <dgm:cxn modelId="{4F4E1B13-697C-4521-9E5C-2E67BBC7B0CD}" type="presParOf" srcId="{93E40CBC-F142-443F-AFF7-760B58BE3C1B}" destId="{5BEB1EA2-41DB-4FB7-97AA-88C2E472D385}" srcOrd="9" destOrd="0" presId="urn:microsoft.com/office/officeart/2018/2/layout/IconLabelList"/>
    <dgm:cxn modelId="{EDBF4A96-CAEB-4808-919F-9D3E64FE1561}" type="presParOf" srcId="{93E40CBC-F142-443F-AFF7-760B58BE3C1B}" destId="{EB6274CC-E3A7-4BF3-8133-8FF17B8D3120}" srcOrd="10" destOrd="0" presId="urn:microsoft.com/office/officeart/2018/2/layout/IconLabelList"/>
    <dgm:cxn modelId="{1AE7526F-7198-41F9-88CF-74E5BD8723D6}" type="presParOf" srcId="{EB6274CC-E3A7-4BF3-8133-8FF17B8D3120}" destId="{800C744C-5084-48C7-9F96-E4E237C763C8}" srcOrd="0" destOrd="0" presId="urn:microsoft.com/office/officeart/2018/2/layout/IconLabelList"/>
    <dgm:cxn modelId="{645EDC24-3D64-4F7D-9304-9B8CCE2FEE09}" type="presParOf" srcId="{EB6274CC-E3A7-4BF3-8133-8FF17B8D3120}" destId="{363BE98A-FB07-4187-8A80-612996DF8B73}" srcOrd="1" destOrd="0" presId="urn:microsoft.com/office/officeart/2018/2/layout/IconLabelList"/>
    <dgm:cxn modelId="{E1E1004B-315F-4517-9D3F-FE0E004463D3}" type="presParOf" srcId="{EB6274CC-E3A7-4BF3-8133-8FF17B8D3120}" destId="{7EE2D38F-E461-4484-A54C-A66148AA7100}" srcOrd="2" destOrd="0" presId="urn:microsoft.com/office/officeart/2018/2/layout/IconLabelList"/>
    <dgm:cxn modelId="{FC6A3E22-185E-4E3C-90A0-C85ACEC669D4}" type="presParOf" srcId="{93E40CBC-F142-443F-AFF7-760B58BE3C1B}" destId="{831F7485-9DB5-4A90-B316-124AD9724FBC}" srcOrd="11" destOrd="0" presId="urn:microsoft.com/office/officeart/2018/2/layout/IconLabelList"/>
    <dgm:cxn modelId="{AF27CDD3-11CA-48A5-9CBB-1A0EC31C1286}" type="presParOf" srcId="{93E40CBC-F142-443F-AFF7-760B58BE3C1B}" destId="{9039F636-7790-4F30-B7AB-794C25EE7E1C}" srcOrd="12" destOrd="0" presId="urn:microsoft.com/office/officeart/2018/2/layout/IconLabelList"/>
    <dgm:cxn modelId="{AC58DEF3-5572-40BE-ACA2-6E7C01EC2F0A}" type="presParOf" srcId="{9039F636-7790-4F30-B7AB-794C25EE7E1C}" destId="{4F22FC87-0420-4102-8398-3FB0BC91E85E}" srcOrd="0" destOrd="0" presId="urn:microsoft.com/office/officeart/2018/2/layout/IconLabelList"/>
    <dgm:cxn modelId="{6DEC3D22-4A0C-4BAD-90D0-ED8FBFB6D631}" type="presParOf" srcId="{9039F636-7790-4F30-B7AB-794C25EE7E1C}" destId="{CBA6A855-ECFD-48B0-B974-F76F1F8786B8}" srcOrd="1" destOrd="0" presId="urn:microsoft.com/office/officeart/2018/2/layout/IconLabelList"/>
    <dgm:cxn modelId="{370A640D-258A-4E8A-9DA9-5D7757E86E84}" type="presParOf" srcId="{9039F636-7790-4F30-B7AB-794C25EE7E1C}" destId="{C58890F2-9C7E-48AC-B948-3AC3818140E0}" srcOrd="2" destOrd="0" presId="urn:microsoft.com/office/officeart/2018/2/layout/IconLabelList"/>
    <dgm:cxn modelId="{2F0FF36E-E8CD-4194-8FF0-61D0F77FF9DC}" type="presParOf" srcId="{93E40CBC-F142-443F-AFF7-760B58BE3C1B}" destId="{60393349-F5EF-4F1E-8596-C30034A3E64A}" srcOrd="13" destOrd="0" presId="urn:microsoft.com/office/officeart/2018/2/layout/IconLabelList"/>
    <dgm:cxn modelId="{1B9E2254-1EE9-494F-9F76-C0B236D6E6DB}" type="presParOf" srcId="{93E40CBC-F142-443F-AFF7-760B58BE3C1B}" destId="{6CE94AFC-6C1E-433E-AF92-289246B1E0DE}" srcOrd="14" destOrd="0" presId="urn:microsoft.com/office/officeart/2018/2/layout/IconLabelList"/>
    <dgm:cxn modelId="{AF3DD458-D222-4321-B8BA-BAA44EE19308}" type="presParOf" srcId="{6CE94AFC-6C1E-433E-AF92-289246B1E0DE}" destId="{33AFC140-7DA1-42F3-9F8F-575C942DFC3B}" srcOrd="0" destOrd="0" presId="urn:microsoft.com/office/officeart/2018/2/layout/IconLabelList"/>
    <dgm:cxn modelId="{905188A7-516D-4AF3-AC1E-312C05618CAF}" type="presParOf" srcId="{6CE94AFC-6C1E-433E-AF92-289246B1E0DE}" destId="{7C65149A-5093-45EA-8662-4C6030EB240D}" srcOrd="1" destOrd="0" presId="urn:microsoft.com/office/officeart/2018/2/layout/IconLabelList"/>
    <dgm:cxn modelId="{2E176894-FB07-4036-9F21-761B3F43DFEF}" type="presParOf" srcId="{6CE94AFC-6C1E-433E-AF92-289246B1E0DE}" destId="{A97CE414-552E-453E-9F36-5EC97A706CE0}" srcOrd="2" destOrd="0" presId="urn:microsoft.com/office/officeart/2018/2/layout/IconLabelList"/>
    <dgm:cxn modelId="{5B52EF46-AB57-45F8-A06E-8A558A827037}" type="presParOf" srcId="{93E40CBC-F142-443F-AFF7-760B58BE3C1B}" destId="{E489C2B7-BC2C-49BC-A6F7-6E8C795F84FA}" srcOrd="15" destOrd="0" presId="urn:microsoft.com/office/officeart/2018/2/layout/IconLabelList"/>
    <dgm:cxn modelId="{B64C234D-F430-4E52-A50E-A7214218F402}" type="presParOf" srcId="{93E40CBC-F142-443F-AFF7-760B58BE3C1B}" destId="{E5775607-B31A-45D0-828E-0CB6041EA773}" srcOrd="16" destOrd="0" presId="urn:microsoft.com/office/officeart/2018/2/layout/IconLabelList"/>
    <dgm:cxn modelId="{897A42B7-EE19-43BD-B360-7F05BDD946AD}" type="presParOf" srcId="{E5775607-B31A-45D0-828E-0CB6041EA773}" destId="{B0A37283-A192-429A-883C-1201368913F9}" srcOrd="0" destOrd="0" presId="urn:microsoft.com/office/officeart/2018/2/layout/IconLabelList"/>
    <dgm:cxn modelId="{A7E83881-A9C8-46AD-AB73-F6863E7798BD}" type="presParOf" srcId="{E5775607-B31A-45D0-828E-0CB6041EA773}" destId="{3CAF1D61-96DF-4D6D-AB8A-A97705B288D9}" srcOrd="1" destOrd="0" presId="urn:microsoft.com/office/officeart/2018/2/layout/IconLabelList"/>
    <dgm:cxn modelId="{F4AECF37-A257-4849-B8E7-4769FB0972D3}" type="presParOf" srcId="{E5775607-B31A-45D0-828E-0CB6041EA773}" destId="{A526ECFD-26AC-4B66-84C6-D3C1D5032694}" srcOrd="2" destOrd="0" presId="urn:microsoft.com/office/officeart/2018/2/layout/IconLabelList"/>
    <dgm:cxn modelId="{BF51105D-54EF-4CCE-BBEE-8A0532290FBE}" type="presParOf" srcId="{93E40CBC-F142-443F-AFF7-760B58BE3C1B}" destId="{AA1F6BA8-415D-448C-8160-7BB44679DD55}" srcOrd="17" destOrd="0" presId="urn:microsoft.com/office/officeart/2018/2/layout/IconLabelList"/>
    <dgm:cxn modelId="{BCEE3A4F-4EE6-4705-8791-BEBFE46F1816}" type="presParOf" srcId="{93E40CBC-F142-443F-AFF7-760B58BE3C1B}" destId="{C4EAEC9C-A6E7-40E6-9A39-710D00B5C3E8}" srcOrd="18" destOrd="0" presId="urn:microsoft.com/office/officeart/2018/2/layout/IconLabelList"/>
    <dgm:cxn modelId="{29F78587-E8FD-4122-8369-B5CC1DC953F1}" type="presParOf" srcId="{C4EAEC9C-A6E7-40E6-9A39-710D00B5C3E8}" destId="{311E2B80-12C9-4927-B4D9-B391A582DF2D}" srcOrd="0" destOrd="0" presId="urn:microsoft.com/office/officeart/2018/2/layout/IconLabelList"/>
    <dgm:cxn modelId="{59EFA4EA-084D-4E64-AE55-E7A6B4867891}" type="presParOf" srcId="{C4EAEC9C-A6E7-40E6-9A39-710D00B5C3E8}" destId="{456295E1-9166-4838-9D8B-0B73B264DBA3}" srcOrd="1" destOrd="0" presId="urn:microsoft.com/office/officeart/2018/2/layout/IconLabelList"/>
    <dgm:cxn modelId="{21A0967E-2B17-47DC-AA49-EBB42B13DCC2}" type="presParOf" srcId="{C4EAEC9C-A6E7-40E6-9A39-710D00B5C3E8}" destId="{6875E647-5A0D-409B-8CD3-69328C99D0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1EFF10-580E-4A28-8EFB-4C9390C70545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BE10FF6D-3CDA-4ECA-BBF5-15B06A751419}">
      <dgm:prSet phldrT="[Tekst]"/>
      <dgm:spPr/>
      <dgm:t>
        <a:bodyPr/>
        <a:lstStyle/>
        <a:p>
          <a:r>
            <a:rPr lang="pl-PL" dirty="0"/>
            <a:t>Plan</a:t>
          </a:r>
        </a:p>
      </dgm:t>
    </dgm:pt>
    <dgm:pt modelId="{5A62EFB5-02B5-4480-8C30-31E1692FF17B}" type="parTrans" cxnId="{10AB5ADD-4C34-4F0A-9F94-36964D84BE65}">
      <dgm:prSet/>
      <dgm:spPr/>
      <dgm:t>
        <a:bodyPr/>
        <a:lstStyle/>
        <a:p>
          <a:endParaRPr lang="pl-PL"/>
        </a:p>
      </dgm:t>
    </dgm:pt>
    <dgm:pt modelId="{447B1434-6FA7-4FBF-A869-6CA18525AE02}" type="sibTrans" cxnId="{10AB5ADD-4C34-4F0A-9F94-36964D84BE65}">
      <dgm:prSet/>
      <dgm:spPr/>
      <dgm:t>
        <a:bodyPr/>
        <a:lstStyle/>
        <a:p>
          <a:endParaRPr lang="pl-PL"/>
        </a:p>
      </dgm:t>
    </dgm:pt>
    <dgm:pt modelId="{F22B4104-4DF3-49BC-A52D-9DDC2A357E79}">
      <dgm:prSet phldrT="[Tekst]"/>
      <dgm:spPr/>
      <dgm:t>
        <a:bodyPr/>
        <a:lstStyle/>
        <a:p>
          <a:r>
            <a:rPr lang="pl-PL" dirty="0" err="1"/>
            <a:t>Code</a:t>
          </a:r>
          <a:endParaRPr lang="pl-PL" dirty="0"/>
        </a:p>
      </dgm:t>
    </dgm:pt>
    <dgm:pt modelId="{3004A8F4-30B1-47DF-B8D9-39315CBA620A}" type="parTrans" cxnId="{1B0EF1C8-E438-4634-89A2-14277366F707}">
      <dgm:prSet/>
      <dgm:spPr/>
      <dgm:t>
        <a:bodyPr/>
        <a:lstStyle/>
        <a:p>
          <a:endParaRPr lang="pl-PL"/>
        </a:p>
      </dgm:t>
    </dgm:pt>
    <dgm:pt modelId="{86BA470D-016A-41AA-B064-6BACDEEC55C3}" type="sibTrans" cxnId="{1B0EF1C8-E438-4634-89A2-14277366F707}">
      <dgm:prSet/>
      <dgm:spPr/>
      <dgm:t>
        <a:bodyPr/>
        <a:lstStyle/>
        <a:p>
          <a:endParaRPr lang="pl-PL"/>
        </a:p>
      </dgm:t>
    </dgm:pt>
    <dgm:pt modelId="{75FB6B40-A44E-4ADE-8FF1-8AA43DB2DE2B}">
      <dgm:prSet phldrT="[Tekst]"/>
      <dgm:spPr/>
      <dgm:t>
        <a:bodyPr/>
        <a:lstStyle/>
        <a:p>
          <a:r>
            <a:rPr lang="pl-PL" dirty="0" err="1"/>
            <a:t>Build</a:t>
          </a:r>
          <a:endParaRPr lang="pl-PL" dirty="0"/>
        </a:p>
      </dgm:t>
    </dgm:pt>
    <dgm:pt modelId="{319CEB23-5922-46CA-9318-D7A56EC26992}" type="parTrans" cxnId="{300F83E1-F37D-464B-9702-FFFDA012CF60}">
      <dgm:prSet/>
      <dgm:spPr/>
      <dgm:t>
        <a:bodyPr/>
        <a:lstStyle/>
        <a:p>
          <a:endParaRPr lang="pl-PL"/>
        </a:p>
      </dgm:t>
    </dgm:pt>
    <dgm:pt modelId="{821CC120-3342-4FBE-96E1-FE03F51697A8}" type="sibTrans" cxnId="{300F83E1-F37D-464B-9702-FFFDA012CF60}">
      <dgm:prSet/>
      <dgm:spPr/>
      <dgm:t>
        <a:bodyPr/>
        <a:lstStyle/>
        <a:p>
          <a:endParaRPr lang="pl-PL"/>
        </a:p>
      </dgm:t>
    </dgm:pt>
    <dgm:pt modelId="{B0EF9983-58E5-4DC2-80DD-827002A40364}">
      <dgm:prSet phldrT="[Tekst]"/>
      <dgm:spPr/>
      <dgm:t>
        <a:bodyPr/>
        <a:lstStyle/>
        <a:p>
          <a:r>
            <a:rPr lang="pl-PL" dirty="0"/>
            <a:t>Test</a:t>
          </a:r>
        </a:p>
      </dgm:t>
    </dgm:pt>
    <dgm:pt modelId="{04FAA000-43D2-4CDB-B563-5F9B87B8DDF2}" type="parTrans" cxnId="{33930131-75A9-4B0F-8363-C121217B802C}">
      <dgm:prSet/>
      <dgm:spPr/>
      <dgm:t>
        <a:bodyPr/>
        <a:lstStyle/>
        <a:p>
          <a:endParaRPr lang="pl-PL"/>
        </a:p>
      </dgm:t>
    </dgm:pt>
    <dgm:pt modelId="{59BF26E2-960C-4324-A3AD-313F074E1885}" type="sibTrans" cxnId="{33930131-75A9-4B0F-8363-C121217B802C}">
      <dgm:prSet/>
      <dgm:spPr/>
      <dgm:t>
        <a:bodyPr/>
        <a:lstStyle/>
        <a:p>
          <a:endParaRPr lang="pl-PL"/>
        </a:p>
      </dgm:t>
    </dgm:pt>
    <dgm:pt modelId="{851C4FAF-CAA2-42DB-A60C-5859B88D2243}">
      <dgm:prSet phldrT="[Tekst]"/>
      <dgm:spPr/>
      <dgm:t>
        <a:bodyPr/>
        <a:lstStyle/>
        <a:p>
          <a:r>
            <a:rPr lang="pl-PL" dirty="0" err="1"/>
            <a:t>Release</a:t>
          </a:r>
          <a:endParaRPr lang="pl-PL" dirty="0"/>
        </a:p>
      </dgm:t>
    </dgm:pt>
    <dgm:pt modelId="{34AE41C1-2CFC-4788-9AF4-AF827FAA7B71}" type="parTrans" cxnId="{379BB888-7F9A-4CE1-B262-0ED042DC7454}">
      <dgm:prSet/>
      <dgm:spPr/>
      <dgm:t>
        <a:bodyPr/>
        <a:lstStyle/>
        <a:p>
          <a:endParaRPr lang="pl-PL"/>
        </a:p>
      </dgm:t>
    </dgm:pt>
    <dgm:pt modelId="{9D80CB81-1C4C-41C5-AB78-7A0F924098E2}" type="sibTrans" cxnId="{379BB888-7F9A-4CE1-B262-0ED042DC7454}">
      <dgm:prSet/>
      <dgm:spPr/>
      <dgm:t>
        <a:bodyPr/>
        <a:lstStyle/>
        <a:p>
          <a:endParaRPr lang="pl-PL"/>
        </a:p>
      </dgm:t>
    </dgm:pt>
    <dgm:pt modelId="{97E1E972-CCCE-4023-9C09-1256C1DB0378}">
      <dgm:prSet phldrT="[Tekst]"/>
      <dgm:spPr/>
      <dgm:t>
        <a:bodyPr/>
        <a:lstStyle/>
        <a:p>
          <a:r>
            <a:rPr lang="pl-PL" dirty="0" err="1"/>
            <a:t>Deploy</a:t>
          </a:r>
          <a:endParaRPr lang="pl-PL" dirty="0"/>
        </a:p>
      </dgm:t>
    </dgm:pt>
    <dgm:pt modelId="{4EF860AB-EA32-4B17-9531-99B810B43F32}" type="parTrans" cxnId="{75217AAC-DFF1-4FDA-B8BA-4488238CBEB0}">
      <dgm:prSet/>
      <dgm:spPr/>
      <dgm:t>
        <a:bodyPr/>
        <a:lstStyle/>
        <a:p>
          <a:endParaRPr lang="pl-PL"/>
        </a:p>
      </dgm:t>
    </dgm:pt>
    <dgm:pt modelId="{6F22CF4C-047F-4707-A7E3-1061D7B64772}" type="sibTrans" cxnId="{75217AAC-DFF1-4FDA-B8BA-4488238CBEB0}">
      <dgm:prSet/>
      <dgm:spPr/>
      <dgm:t>
        <a:bodyPr/>
        <a:lstStyle/>
        <a:p>
          <a:endParaRPr lang="pl-PL"/>
        </a:p>
      </dgm:t>
    </dgm:pt>
    <dgm:pt modelId="{135F0C83-CE0D-4B1B-8988-71EC029F7B51}">
      <dgm:prSet phldrT="[Tekst]"/>
      <dgm:spPr/>
      <dgm:t>
        <a:bodyPr/>
        <a:lstStyle/>
        <a:p>
          <a:r>
            <a:rPr lang="pl-PL" dirty="0" err="1"/>
            <a:t>Operate</a:t>
          </a:r>
          <a:endParaRPr lang="pl-PL" dirty="0"/>
        </a:p>
      </dgm:t>
    </dgm:pt>
    <dgm:pt modelId="{F68A02CD-A7E4-4A9B-B11C-95D95ECA79DC}" type="parTrans" cxnId="{1CB081F8-29A7-4D4E-B552-CE631B9993A5}">
      <dgm:prSet/>
      <dgm:spPr/>
      <dgm:t>
        <a:bodyPr/>
        <a:lstStyle/>
        <a:p>
          <a:endParaRPr lang="pl-PL"/>
        </a:p>
      </dgm:t>
    </dgm:pt>
    <dgm:pt modelId="{9D8DA627-3B6D-4CC8-B125-A4F9F1AE7913}" type="sibTrans" cxnId="{1CB081F8-29A7-4D4E-B552-CE631B9993A5}">
      <dgm:prSet/>
      <dgm:spPr/>
      <dgm:t>
        <a:bodyPr/>
        <a:lstStyle/>
        <a:p>
          <a:endParaRPr lang="pl-PL"/>
        </a:p>
      </dgm:t>
    </dgm:pt>
    <dgm:pt modelId="{2581E6C8-B861-4AAF-8E43-AB02B55F00B8}" type="pres">
      <dgm:prSet presAssocID="{581EFF10-580E-4A28-8EFB-4C9390C70545}" presName="Name0" presStyleCnt="0">
        <dgm:presLayoutVars>
          <dgm:dir/>
          <dgm:animLvl val="lvl"/>
          <dgm:resizeHandles val="exact"/>
        </dgm:presLayoutVars>
      </dgm:prSet>
      <dgm:spPr/>
    </dgm:pt>
    <dgm:pt modelId="{DAB05A60-8BD4-44ED-95C3-FCBD1E172A7B}" type="pres">
      <dgm:prSet presAssocID="{BE10FF6D-3CDA-4ECA-BBF5-15B06A751419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9A5DE282-EF3C-45B7-991B-A39F5F9C310F}" type="pres">
      <dgm:prSet presAssocID="{447B1434-6FA7-4FBF-A869-6CA18525AE02}" presName="parTxOnlySpace" presStyleCnt="0"/>
      <dgm:spPr/>
    </dgm:pt>
    <dgm:pt modelId="{0E42F14E-722F-4DCE-B002-4F4778B2A80B}" type="pres">
      <dgm:prSet presAssocID="{F22B4104-4DF3-49BC-A52D-9DDC2A357E79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6565E9F-8E18-423B-9B5F-88489C8BF569}" type="pres">
      <dgm:prSet presAssocID="{86BA470D-016A-41AA-B064-6BACDEEC55C3}" presName="parTxOnlySpace" presStyleCnt="0"/>
      <dgm:spPr/>
    </dgm:pt>
    <dgm:pt modelId="{C5EA9FE4-9F22-4629-9779-5B200727D69E}" type="pres">
      <dgm:prSet presAssocID="{75FB6B40-A44E-4ADE-8FF1-8AA43DB2DE2B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E2EDCEAF-49E0-45DF-86DA-6BF4697E2196}" type="pres">
      <dgm:prSet presAssocID="{821CC120-3342-4FBE-96E1-FE03F51697A8}" presName="parTxOnlySpace" presStyleCnt="0"/>
      <dgm:spPr/>
    </dgm:pt>
    <dgm:pt modelId="{DEA796C3-A595-4C50-BAD0-118A065CC621}" type="pres">
      <dgm:prSet presAssocID="{B0EF9983-58E5-4DC2-80DD-827002A40364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F3EF086F-AAA7-4138-B416-3044749D5FF3}" type="pres">
      <dgm:prSet presAssocID="{59BF26E2-960C-4324-A3AD-313F074E1885}" presName="parTxOnlySpace" presStyleCnt="0"/>
      <dgm:spPr/>
    </dgm:pt>
    <dgm:pt modelId="{CE0C43AF-16F9-4AB0-B106-A658D7DD42E8}" type="pres">
      <dgm:prSet presAssocID="{851C4FAF-CAA2-42DB-A60C-5859B88D2243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DEC108FE-8FDA-4121-8867-AA784DC57576}" type="pres">
      <dgm:prSet presAssocID="{9D80CB81-1C4C-41C5-AB78-7A0F924098E2}" presName="parTxOnlySpace" presStyleCnt="0"/>
      <dgm:spPr/>
    </dgm:pt>
    <dgm:pt modelId="{0D0611F2-4B74-401E-90CF-0CA0F4619272}" type="pres">
      <dgm:prSet presAssocID="{97E1E972-CCCE-4023-9C09-1256C1DB0378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9D4FFE0B-336D-4B79-9654-0223FCBF781A}" type="pres">
      <dgm:prSet presAssocID="{6F22CF4C-047F-4707-A7E3-1061D7B64772}" presName="parTxOnlySpace" presStyleCnt="0"/>
      <dgm:spPr/>
    </dgm:pt>
    <dgm:pt modelId="{63E20FF9-67A3-4C9E-9633-FF63C3D2B993}" type="pres">
      <dgm:prSet presAssocID="{135F0C83-CE0D-4B1B-8988-71EC029F7B51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7C1CBF0F-5959-49DF-A687-691E69DC1CCF}" type="presOf" srcId="{B0EF9983-58E5-4DC2-80DD-827002A40364}" destId="{DEA796C3-A595-4C50-BAD0-118A065CC621}" srcOrd="0" destOrd="0" presId="urn:microsoft.com/office/officeart/2005/8/layout/chevron1"/>
    <dgm:cxn modelId="{33930131-75A9-4B0F-8363-C121217B802C}" srcId="{581EFF10-580E-4A28-8EFB-4C9390C70545}" destId="{B0EF9983-58E5-4DC2-80DD-827002A40364}" srcOrd="3" destOrd="0" parTransId="{04FAA000-43D2-4CDB-B563-5F9B87B8DDF2}" sibTransId="{59BF26E2-960C-4324-A3AD-313F074E1885}"/>
    <dgm:cxn modelId="{86879D51-6836-474B-B1BE-F4998BF1C06C}" type="presOf" srcId="{97E1E972-CCCE-4023-9C09-1256C1DB0378}" destId="{0D0611F2-4B74-401E-90CF-0CA0F4619272}" srcOrd="0" destOrd="0" presId="urn:microsoft.com/office/officeart/2005/8/layout/chevron1"/>
    <dgm:cxn modelId="{32EC5C63-691F-4D06-B2E1-A61FACDE792B}" type="presOf" srcId="{F22B4104-4DF3-49BC-A52D-9DDC2A357E79}" destId="{0E42F14E-722F-4DCE-B002-4F4778B2A80B}" srcOrd="0" destOrd="0" presId="urn:microsoft.com/office/officeart/2005/8/layout/chevron1"/>
    <dgm:cxn modelId="{F23BC463-387A-4A29-ADD7-D16C6DF22548}" type="presOf" srcId="{BE10FF6D-3CDA-4ECA-BBF5-15B06A751419}" destId="{DAB05A60-8BD4-44ED-95C3-FCBD1E172A7B}" srcOrd="0" destOrd="0" presId="urn:microsoft.com/office/officeart/2005/8/layout/chevron1"/>
    <dgm:cxn modelId="{5D0D3966-7E88-4735-8938-90AF68365A04}" type="presOf" srcId="{851C4FAF-CAA2-42DB-A60C-5859B88D2243}" destId="{CE0C43AF-16F9-4AB0-B106-A658D7DD42E8}" srcOrd="0" destOrd="0" presId="urn:microsoft.com/office/officeart/2005/8/layout/chevron1"/>
    <dgm:cxn modelId="{C73B8469-92C4-40BC-80E5-6AD9B7FC85F0}" type="presOf" srcId="{135F0C83-CE0D-4B1B-8988-71EC029F7B51}" destId="{63E20FF9-67A3-4C9E-9633-FF63C3D2B993}" srcOrd="0" destOrd="0" presId="urn:microsoft.com/office/officeart/2005/8/layout/chevron1"/>
    <dgm:cxn modelId="{379BB888-7F9A-4CE1-B262-0ED042DC7454}" srcId="{581EFF10-580E-4A28-8EFB-4C9390C70545}" destId="{851C4FAF-CAA2-42DB-A60C-5859B88D2243}" srcOrd="4" destOrd="0" parTransId="{34AE41C1-2CFC-4788-9AF4-AF827FAA7B71}" sibTransId="{9D80CB81-1C4C-41C5-AB78-7A0F924098E2}"/>
    <dgm:cxn modelId="{750C579E-D7ED-4380-9046-C19B990703EE}" type="presOf" srcId="{581EFF10-580E-4A28-8EFB-4C9390C70545}" destId="{2581E6C8-B861-4AAF-8E43-AB02B55F00B8}" srcOrd="0" destOrd="0" presId="urn:microsoft.com/office/officeart/2005/8/layout/chevron1"/>
    <dgm:cxn modelId="{75217AAC-DFF1-4FDA-B8BA-4488238CBEB0}" srcId="{581EFF10-580E-4A28-8EFB-4C9390C70545}" destId="{97E1E972-CCCE-4023-9C09-1256C1DB0378}" srcOrd="5" destOrd="0" parTransId="{4EF860AB-EA32-4B17-9531-99B810B43F32}" sibTransId="{6F22CF4C-047F-4707-A7E3-1061D7B64772}"/>
    <dgm:cxn modelId="{1B0EF1C8-E438-4634-89A2-14277366F707}" srcId="{581EFF10-580E-4A28-8EFB-4C9390C70545}" destId="{F22B4104-4DF3-49BC-A52D-9DDC2A357E79}" srcOrd="1" destOrd="0" parTransId="{3004A8F4-30B1-47DF-B8D9-39315CBA620A}" sibTransId="{86BA470D-016A-41AA-B064-6BACDEEC55C3}"/>
    <dgm:cxn modelId="{10AB5ADD-4C34-4F0A-9F94-36964D84BE65}" srcId="{581EFF10-580E-4A28-8EFB-4C9390C70545}" destId="{BE10FF6D-3CDA-4ECA-BBF5-15B06A751419}" srcOrd="0" destOrd="0" parTransId="{5A62EFB5-02B5-4480-8C30-31E1692FF17B}" sibTransId="{447B1434-6FA7-4FBF-A869-6CA18525AE02}"/>
    <dgm:cxn modelId="{33BFAADE-D764-4F40-AE66-EB78A0D7EDD4}" type="presOf" srcId="{75FB6B40-A44E-4ADE-8FF1-8AA43DB2DE2B}" destId="{C5EA9FE4-9F22-4629-9779-5B200727D69E}" srcOrd="0" destOrd="0" presId="urn:microsoft.com/office/officeart/2005/8/layout/chevron1"/>
    <dgm:cxn modelId="{300F83E1-F37D-464B-9702-FFFDA012CF60}" srcId="{581EFF10-580E-4A28-8EFB-4C9390C70545}" destId="{75FB6B40-A44E-4ADE-8FF1-8AA43DB2DE2B}" srcOrd="2" destOrd="0" parTransId="{319CEB23-5922-46CA-9318-D7A56EC26992}" sibTransId="{821CC120-3342-4FBE-96E1-FE03F51697A8}"/>
    <dgm:cxn modelId="{1CB081F8-29A7-4D4E-B552-CE631B9993A5}" srcId="{581EFF10-580E-4A28-8EFB-4C9390C70545}" destId="{135F0C83-CE0D-4B1B-8988-71EC029F7B51}" srcOrd="6" destOrd="0" parTransId="{F68A02CD-A7E4-4A9B-B11C-95D95ECA79DC}" sibTransId="{9D8DA627-3B6D-4CC8-B125-A4F9F1AE7913}"/>
    <dgm:cxn modelId="{5AA0346B-4411-4496-9EFB-A72F24A97184}" type="presParOf" srcId="{2581E6C8-B861-4AAF-8E43-AB02B55F00B8}" destId="{DAB05A60-8BD4-44ED-95C3-FCBD1E172A7B}" srcOrd="0" destOrd="0" presId="urn:microsoft.com/office/officeart/2005/8/layout/chevron1"/>
    <dgm:cxn modelId="{6BEA5DA9-D5D9-4F0F-A7AC-A8C261DA2412}" type="presParOf" srcId="{2581E6C8-B861-4AAF-8E43-AB02B55F00B8}" destId="{9A5DE282-EF3C-45B7-991B-A39F5F9C310F}" srcOrd="1" destOrd="0" presId="urn:microsoft.com/office/officeart/2005/8/layout/chevron1"/>
    <dgm:cxn modelId="{992177BB-20AE-40B7-8C93-FAD688291294}" type="presParOf" srcId="{2581E6C8-B861-4AAF-8E43-AB02B55F00B8}" destId="{0E42F14E-722F-4DCE-B002-4F4778B2A80B}" srcOrd="2" destOrd="0" presId="urn:microsoft.com/office/officeart/2005/8/layout/chevron1"/>
    <dgm:cxn modelId="{F9406F33-C3C3-45F8-AE31-B1E2F7C70802}" type="presParOf" srcId="{2581E6C8-B861-4AAF-8E43-AB02B55F00B8}" destId="{76565E9F-8E18-423B-9B5F-88489C8BF569}" srcOrd="3" destOrd="0" presId="urn:microsoft.com/office/officeart/2005/8/layout/chevron1"/>
    <dgm:cxn modelId="{FFA71382-A92E-4ADF-BBA2-BE39EC3306CD}" type="presParOf" srcId="{2581E6C8-B861-4AAF-8E43-AB02B55F00B8}" destId="{C5EA9FE4-9F22-4629-9779-5B200727D69E}" srcOrd="4" destOrd="0" presId="urn:microsoft.com/office/officeart/2005/8/layout/chevron1"/>
    <dgm:cxn modelId="{BE55E90E-2B2E-440A-93F4-644A8F64B6B2}" type="presParOf" srcId="{2581E6C8-B861-4AAF-8E43-AB02B55F00B8}" destId="{E2EDCEAF-49E0-45DF-86DA-6BF4697E2196}" srcOrd="5" destOrd="0" presId="urn:microsoft.com/office/officeart/2005/8/layout/chevron1"/>
    <dgm:cxn modelId="{4F6906BE-0048-4B99-92DE-3D22BD0FB809}" type="presParOf" srcId="{2581E6C8-B861-4AAF-8E43-AB02B55F00B8}" destId="{DEA796C3-A595-4C50-BAD0-118A065CC621}" srcOrd="6" destOrd="0" presId="urn:microsoft.com/office/officeart/2005/8/layout/chevron1"/>
    <dgm:cxn modelId="{35772D5D-53FA-4EBE-8FAB-802829FCB735}" type="presParOf" srcId="{2581E6C8-B861-4AAF-8E43-AB02B55F00B8}" destId="{F3EF086F-AAA7-4138-B416-3044749D5FF3}" srcOrd="7" destOrd="0" presId="urn:microsoft.com/office/officeart/2005/8/layout/chevron1"/>
    <dgm:cxn modelId="{C96AC8CA-98F5-4096-8EC2-8DB1417EEA3F}" type="presParOf" srcId="{2581E6C8-B861-4AAF-8E43-AB02B55F00B8}" destId="{CE0C43AF-16F9-4AB0-B106-A658D7DD42E8}" srcOrd="8" destOrd="0" presId="urn:microsoft.com/office/officeart/2005/8/layout/chevron1"/>
    <dgm:cxn modelId="{4EE905F8-81BC-42F4-B0A6-88B887B60F40}" type="presParOf" srcId="{2581E6C8-B861-4AAF-8E43-AB02B55F00B8}" destId="{DEC108FE-8FDA-4121-8867-AA784DC57576}" srcOrd="9" destOrd="0" presId="urn:microsoft.com/office/officeart/2005/8/layout/chevron1"/>
    <dgm:cxn modelId="{AB9F447F-5B77-41AA-A3BA-93F4581A80B1}" type="presParOf" srcId="{2581E6C8-B861-4AAF-8E43-AB02B55F00B8}" destId="{0D0611F2-4B74-401E-90CF-0CA0F4619272}" srcOrd="10" destOrd="0" presId="urn:microsoft.com/office/officeart/2005/8/layout/chevron1"/>
    <dgm:cxn modelId="{81E2E0BA-882B-46CC-96C9-1B4A87A3B474}" type="presParOf" srcId="{2581E6C8-B861-4AAF-8E43-AB02B55F00B8}" destId="{9D4FFE0B-336D-4B79-9654-0223FCBF781A}" srcOrd="11" destOrd="0" presId="urn:microsoft.com/office/officeart/2005/8/layout/chevron1"/>
    <dgm:cxn modelId="{C89A6F4A-E10A-4C37-9F71-91E7267C779F}" type="presParOf" srcId="{2581E6C8-B861-4AAF-8E43-AB02B55F00B8}" destId="{63E20FF9-67A3-4C9E-9633-FF63C3D2B993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92D575-A59A-4DE8-948C-3A78EE0561DE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9D54C5FA-F60B-4C1B-A601-971599588751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/>
            <a:t>Developement</a:t>
          </a:r>
          <a:endParaRPr lang="pl-PL" dirty="0"/>
        </a:p>
      </dgm:t>
    </dgm:pt>
    <dgm:pt modelId="{E66FD762-F5BC-4944-BEF6-83232453ADA5}" type="parTrans" cxnId="{53C571FE-2186-48F8-AAA5-5360C7D35592}">
      <dgm:prSet/>
      <dgm:spPr/>
      <dgm:t>
        <a:bodyPr/>
        <a:lstStyle/>
        <a:p>
          <a:endParaRPr lang="pl-PL"/>
        </a:p>
      </dgm:t>
    </dgm:pt>
    <dgm:pt modelId="{6D3C368D-0999-4915-BB96-248136166620}" type="sibTrans" cxnId="{53C571FE-2186-48F8-AAA5-5360C7D35592}">
      <dgm:prSet/>
      <dgm:spPr/>
      <dgm:t>
        <a:bodyPr/>
        <a:lstStyle/>
        <a:p>
          <a:endParaRPr lang="pl-PL"/>
        </a:p>
      </dgm:t>
    </dgm:pt>
    <dgm:pt modelId="{C0664D14-F0A2-439A-AE8D-770AA81EB919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CI</a:t>
          </a:r>
        </a:p>
      </dgm:t>
    </dgm:pt>
    <dgm:pt modelId="{D6162E85-4983-43A5-A2AD-227E19CD279B}" type="parTrans" cxnId="{5D0723A8-AC4E-4F7E-A760-0CB9409E0B1F}">
      <dgm:prSet/>
      <dgm:spPr/>
      <dgm:t>
        <a:bodyPr/>
        <a:lstStyle/>
        <a:p>
          <a:endParaRPr lang="pl-PL"/>
        </a:p>
      </dgm:t>
    </dgm:pt>
    <dgm:pt modelId="{3A848BFD-D36E-4795-8B69-E71FC50CE0AE}" type="sibTrans" cxnId="{5D0723A8-AC4E-4F7E-A760-0CB9409E0B1F}">
      <dgm:prSet/>
      <dgm:spPr/>
      <dgm:t>
        <a:bodyPr/>
        <a:lstStyle/>
        <a:p>
          <a:endParaRPr lang="pl-PL"/>
        </a:p>
      </dgm:t>
    </dgm:pt>
    <dgm:pt modelId="{DDB6D1ED-4A16-475B-AAC0-B3FE111DC427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CD</a:t>
          </a:r>
        </a:p>
      </dgm:t>
    </dgm:pt>
    <dgm:pt modelId="{BEF3F626-6466-4072-9E61-7B44B4196151}" type="parTrans" cxnId="{5BC7ADC8-CA76-4480-9BFD-FB31DCB22FCC}">
      <dgm:prSet/>
      <dgm:spPr/>
      <dgm:t>
        <a:bodyPr/>
        <a:lstStyle/>
        <a:p>
          <a:endParaRPr lang="pl-PL"/>
        </a:p>
      </dgm:t>
    </dgm:pt>
    <dgm:pt modelId="{381E264F-74B3-4519-BA20-D1F66530D659}" type="sibTrans" cxnId="{5BC7ADC8-CA76-4480-9BFD-FB31DCB22FCC}">
      <dgm:prSet/>
      <dgm:spPr/>
      <dgm:t>
        <a:bodyPr/>
        <a:lstStyle/>
        <a:p>
          <a:endParaRPr lang="pl-PL"/>
        </a:p>
      </dgm:t>
    </dgm:pt>
    <dgm:pt modelId="{3B57D17F-44FE-4676-9DB1-B0EDD6555DE6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/>
            <a:t>Integration </a:t>
          </a:r>
          <a:endParaRPr lang="pl-PL" dirty="0"/>
        </a:p>
      </dgm:t>
    </dgm:pt>
    <dgm:pt modelId="{7EE3E386-F666-4F76-89C3-565C431CA598}" type="parTrans" cxnId="{B51D541E-C9C1-49B2-A60A-F334E8C262B9}">
      <dgm:prSet/>
      <dgm:spPr/>
      <dgm:t>
        <a:bodyPr/>
        <a:lstStyle/>
        <a:p>
          <a:endParaRPr lang="pl-PL"/>
        </a:p>
      </dgm:t>
    </dgm:pt>
    <dgm:pt modelId="{557BF12C-0654-411D-9750-227773D561A5}" type="sibTrans" cxnId="{B51D541E-C9C1-49B2-A60A-F334E8C262B9}">
      <dgm:prSet/>
      <dgm:spPr/>
      <dgm:t>
        <a:bodyPr/>
        <a:lstStyle/>
        <a:p>
          <a:endParaRPr lang="pl-PL"/>
        </a:p>
      </dgm:t>
    </dgm:pt>
    <dgm:pt modelId="{511CD161-DD66-46EC-9BF4-535B8DD7E9DE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CI</a:t>
          </a:r>
        </a:p>
      </dgm:t>
    </dgm:pt>
    <dgm:pt modelId="{2DAB109F-B8F0-4F69-99B4-6D074931FE42}" type="parTrans" cxnId="{0855D9CA-650F-41F5-942C-8F21B6485527}">
      <dgm:prSet/>
      <dgm:spPr/>
      <dgm:t>
        <a:bodyPr/>
        <a:lstStyle/>
        <a:p>
          <a:endParaRPr lang="pl-PL"/>
        </a:p>
      </dgm:t>
    </dgm:pt>
    <dgm:pt modelId="{E7704CA3-0AC3-4A37-B646-51521D8AE50E}" type="sibTrans" cxnId="{0855D9CA-650F-41F5-942C-8F21B6485527}">
      <dgm:prSet/>
      <dgm:spPr/>
      <dgm:t>
        <a:bodyPr/>
        <a:lstStyle/>
        <a:p>
          <a:endParaRPr lang="pl-PL"/>
        </a:p>
      </dgm:t>
    </dgm:pt>
    <dgm:pt modelId="{62C15C59-5BC4-4422-A336-1B2FB6782034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CD</a:t>
          </a:r>
        </a:p>
      </dgm:t>
    </dgm:pt>
    <dgm:pt modelId="{77B28818-A267-45C7-8A3B-FFDD64A7C4AB}" type="parTrans" cxnId="{1604222D-E113-41E2-91E4-53897798E095}">
      <dgm:prSet/>
      <dgm:spPr/>
      <dgm:t>
        <a:bodyPr/>
        <a:lstStyle/>
        <a:p>
          <a:endParaRPr lang="pl-PL"/>
        </a:p>
      </dgm:t>
    </dgm:pt>
    <dgm:pt modelId="{237BE2B4-A8CE-425E-A414-0F497C88AE8D}" type="sibTrans" cxnId="{1604222D-E113-41E2-91E4-53897798E095}">
      <dgm:prSet/>
      <dgm:spPr/>
      <dgm:t>
        <a:bodyPr/>
        <a:lstStyle/>
        <a:p>
          <a:endParaRPr lang="pl-PL"/>
        </a:p>
      </dgm:t>
    </dgm:pt>
    <dgm:pt modelId="{37F86EE2-9733-4682-8C13-4DC8134B4526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/>
            <a:t>Pre-Production</a:t>
          </a:r>
          <a:endParaRPr lang="pl-PL" dirty="0"/>
        </a:p>
      </dgm:t>
    </dgm:pt>
    <dgm:pt modelId="{2F9AFC02-5A92-40B3-A0EA-AD65F86F7762}" type="parTrans" cxnId="{FAEA06DE-02DB-4897-AA1C-6D7CA9B7EFAD}">
      <dgm:prSet/>
      <dgm:spPr/>
      <dgm:t>
        <a:bodyPr/>
        <a:lstStyle/>
        <a:p>
          <a:endParaRPr lang="pl-PL"/>
        </a:p>
      </dgm:t>
    </dgm:pt>
    <dgm:pt modelId="{AE7E9A5A-B2FD-491A-950D-EFA5784C2490}" type="sibTrans" cxnId="{FAEA06DE-02DB-4897-AA1C-6D7CA9B7EFAD}">
      <dgm:prSet/>
      <dgm:spPr/>
      <dgm:t>
        <a:bodyPr/>
        <a:lstStyle/>
        <a:p>
          <a:endParaRPr lang="pl-PL"/>
        </a:p>
      </dgm:t>
    </dgm:pt>
    <dgm:pt modelId="{5B00F126-111D-4970-B912-9227C02BF586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CI</a:t>
          </a:r>
        </a:p>
      </dgm:t>
    </dgm:pt>
    <dgm:pt modelId="{1FC422C0-3A61-4DAE-B632-36C7F90D5E00}" type="parTrans" cxnId="{7ED49508-7183-47BE-ADEC-63F9E82D2B99}">
      <dgm:prSet/>
      <dgm:spPr/>
      <dgm:t>
        <a:bodyPr/>
        <a:lstStyle/>
        <a:p>
          <a:endParaRPr lang="pl-PL"/>
        </a:p>
      </dgm:t>
    </dgm:pt>
    <dgm:pt modelId="{D98E2C0A-3EA7-4172-AAD6-3B1FFE723CA0}" type="sibTrans" cxnId="{7ED49508-7183-47BE-ADEC-63F9E82D2B99}">
      <dgm:prSet/>
      <dgm:spPr/>
      <dgm:t>
        <a:bodyPr/>
        <a:lstStyle/>
        <a:p>
          <a:endParaRPr lang="pl-PL"/>
        </a:p>
      </dgm:t>
    </dgm:pt>
    <dgm:pt modelId="{695CF9AA-8FD2-4AF0-9ED3-685E7C707C80}">
      <dgm:prSet phldrT="[Tekst]"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CD</a:t>
          </a:r>
        </a:p>
      </dgm:t>
    </dgm:pt>
    <dgm:pt modelId="{99A1CDED-51E4-4BC5-89F6-4E842F687FBE}" type="parTrans" cxnId="{4E3ADE31-E891-4C07-8FA9-E6D88A2B3F22}">
      <dgm:prSet/>
      <dgm:spPr/>
      <dgm:t>
        <a:bodyPr/>
        <a:lstStyle/>
        <a:p>
          <a:endParaRPr lang="pl-PL"/>
        </a:p>
      </dgm:t>
    </dgm:pt>
    <dgm:pt modelId="{702F6B41-BF23-41C0-B079-DC456250B471}" type="sibTrans" cxnId="{4E3ADE31-E891-4C07-8FA9-E6D88A2B3F22}">
      <dgm:prSet/>
      <dgm:spPr/>
      <dgm:t>
        <a:bodyPr/>
        <a:lstStyle/>
        <a:p>
          <a:endParaRPr lang="pl-PL"/>
        </a:p>
      </dgm:t>
    </dgm:pt>
    <dgm:pt modelId="{AA2DA001-BE0E-4260-8F50-8784077D7822}" type="pres">
      <dgm:prSet presAssocID="{2992D575-A59A-4DE8-948C-3A78EE0561DE}" presName="theList" presStyleCnt="0">
        <dgm:presLayoutVars>
          <dgm:dir/>
          <dgm:animLvl val="lvl"/>
          <dgm:resizeHandles val="exact"/>
        </dgm:presLayoutVars>
      </dgm:prSet>
      <dgm:spPr/>
    </dgm:pt>
    <dgm:pt modelId="{47591BB8-425D-4112-BAA9-630833F527C6}" type="pres">
      <dgm:prSet presAssocID="{9D54C5FA-F60B-4C1B-A601-971599588751}" presName="compNode" presStyleCnt="0"/>
      <dgm:spPr/>
    </dgm:pt>
    <dgm:pt modelId="{D8E2FE04-2A07-44AD-940F-3504C5862828}" type="pres">
      <dgm:prSet presAssocID="{9D54C5FA-F60B-4C1B-A601-971599588751}" presName="noGeometry" presStyleCnt="0"/>
      <dgm:spPr/>
    </dgm:pt>
    <dgm:pt modelId="{08123FA0-E8D8-410C-8E75-2F7DB261079B}" type="pres">
      <dgm:prSet presAssocID="{9D54C5FA-F60B-4C1B-A601-971599588751}" presName="childTextVisible" presStyleLbl="bgAccFollowNode1" presStyleIdx="0" presStyleCnt="3">
        <dgm:presLayoutVars>
          <dgm:bulletEnabled val="1"/>
        </dgm:presLayoutVars>
      </dgm:prSet>
      <dgm:spPr/>
    </dgm:pt>
    <dgm:pt modelId="{8A940FB9-A083-4FCB-AE2D-D24154DC5070}" type="pres">
      <dgm:prSet presAssocID="{9D54C5FA-F60B-4C1B-A601-971599588751}" presName="childTextHidden" presStyleLbl="bgAccFollowNode1" presStyleIdx="0" presStyleCnt="3"/>
      <dgm:spPr/>
    </dgm:pt>
    <dgm:pt modelId="{285DD64D-4341-4F19-BA45-6CD6A81E2B75}" type="pres">
      <dgm:prSet presAssocID="{9D54C5FA-F60B-4C1B-A601-97159958875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145FA76-D144-4468-83EB-6281F6F4298A}" type="pres">
      <dgm:prSet presAssocID="{9D54C5FA-F60B-4C1B-A601-971599588751}" presName="aSpace" presStyleCnt="0"/>
      <dgm:spPr/>
    </dgm:pt>
    <dgm:pt modelId="{3D6824F4-DB4D-4188-8ED0-98F196839AB8}" type="pres">
      <dgm:prSet presAssocID="{3B57D17F-44FE-4676-9DB1-B0EDD6555DE6}" presName="compNode" presStyleCnt="0"/>
      <dgm:spPr/>
    </dgm:pt>
    <dgm:pt modelId="{6E7B4D65-9CE1-4370-AF5C-9864C1DF3CD2}" type="pres">
      <dgm:prSet presAssocID="{3B57D17F-44FE-4676-9DB1-B0EDD6555DE6}" presName="noGeometry" presStyleCnt="0"/>
      <dgm:spPr/>
    </dgm:pt>
    <dgm:pt modelId="{B88E07BF-9BED-4A8E-B7E9-25CADCBA43AE}" type="pres">
      <dgm:prSet presAssocID="{3B57D17F-44FE-4676-9DB1-B0EDD6555DE6}" presName="childTextVisible" presStyleLbl="bgAccFollowNode1" presStyleIdx="1" presStyleCnt="3">
        <dgm:presLayoutVars>
          <dgm:bulletEnabled val="1"/>
        </dgm:presLayoutVars>
      </dgm:prSet>
      <dgm:spPr/>
    </dgm:pt>
    <dgm:pt modelId="{F148CCCE-3DFC-45F2-8AF7-8ECC98425726}" type="pres">
      <dgm:prSet presAssocID="{3B57D17F-44FE-4676-9DB1-B0EDD6555DE6}" presName="childTextHidden" presStyleLbl="bgAccFollowNode1" presStyleIdx="1" presStyleCnt="3"/>
      <dgm:spPr/>
    </dgm:pt>
    <dgm:pt modelId="{E632FCBD-35AD-4C49-858F-DF92E6561460}" type="pres">
      <dgm:prSet presAssocID="{3B57D17F-44FE-4676-9DB1-B0EDD6555DE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C8174E6-BED4-48ED-A430-64EFF54B3BA2}" type="pres">
      <dgm:prSet presAssocID="{3B57D17F-44FE-4676-9DB1-B0EDD6555DE6}" presName="aSpace" presStyleCnt="0"/>
      <dgm:spPr/>
    </dgm:pt>
    <dgm:pt modelId="{7608608A-9835-45D2-B76D-4259312EFF0C}" type="pres">
      <dgm:prSet presAssocID="{37F86EE2-9733-4682-8C13-4DC8134B4526}" presName="compNode" presStyleCnt="0"/>
      <dgm:spPr/>
    </dgm:pt>
    <dgm:pt modelId="{D902B251-F2AB-4258-BFA5-30140A1A57E8}" type="pres">
      <dgm:prSet presAssocID="{37F86EE2-9733-4682-8C13-4DC8134B4526}" presName="noGeometry" presStyleCnt="0"/>
      <dgm:spPr/>
    </dgm:pt>
    <dgm:pt modelId="{E22AE70C-076E-4B57-8340-83B26B9F9BDE}" type="pres">
      <dgm:prSet presAssocID="{37F86EE2-9733-4682-8C13-4DC8134B4526}" presName="childTextVisible" presStyleLbl="bgAccFollowNode1" presStyleIdx="2" presStyleCnt="3">
        <dgm:presLayoutVars>
          <dgm:bulletEnabled val="1"/>
        </dgm:presLayoutVars>
      </dgm:prSet>
      <dgm:spPr/>
    </dgm:pt>
    <dgm:pt modelId="{150A6F48-077A-4B78-8F47-F61E3E49D7DE}" type="pres">
      <dgm:prSet presAssocID="{37F86EE2-9733-4682-8C13-4DC8134B4526}" presName="childTextHidden" presStyleLbl="bgAccFollowNode1" presStyleIdx="2" presStyleCnt="3"/>
      <dgm:spPr/>
    </dgm:pt>
    <dgm:pt modelId="{54D81475-2AE5-4F9B-8DFB-7E127DFFE187}" type="pres">
      <dgm:prSet presAssocID="{37F86EE2-9733-4682-8C13-4DC8134B4526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ED49508-7183-47BE-ADEC-63F9E82D2B99}" srcId="{37F86EE2-9733-4682-8C13-4DC8134B4526}" destId="{5B00F126-111D-4970-B912-9227C02BF586}" srcOrd="0" destOrd="0" parTransId="{1FC422C0-3A61-4DAE-B632-36C7F90D5E00}" sibTransId="{D98E2C0A-3EA7-4172-AAD6-3B1FFE723CA0}"/>
    <dgm:cxn modelId="{714C811B-4C23-49C4-AA08-458D690935DF}" type="presOf" srcId="{5B00F126-111D-4970-B912-9227C02BF586}" destId="{150A6F48-077A-4B78-8F47-F61E3E49D7DE}" srcOrd="1" destOrd="0" presId="urn:microsoft.com/office/officeart/2005/8/layout/hProcess6"/>
    <dgm:cxn modelId="{B51D541E-C9C1-49B2-A60A-F334E8C262B9}" srcId="{2992D575-A59A-4DE8-948C-3A78EE0561DE}" destId="{3B57D17F-44FE-4676-9DB1-B0EDD6555DE6}" srcOrd="1" destOrd="0" parTransId="{7EE3E386-F666-4F76-89C3-565C431CA598}" sibTransId="{557BF12C-0654-411D-9750-227773D561A5}"/>
    <dgm:cxn modelId="{9397BF29-A65A-434B-9806-6F787F3B9062}" type="presOf" srcId="{C0664D14-F0A2-439A-AE8D-770AA81EB919}" destId="{08123FA0-E8D8-410C-8E75-2F7DB261079B}" srcOrd="0" destOrd="0" presId="urn:microsoft.com/office/officeart/2005/8/layout/hProcess6"/>
    <dgm:cxn modelId="{1604222D-E113-41E2-91E4-53897798E095}" srcId="{3B57D17F-44FE-4676-9DB1-B0EDD6555DE6}" destId="{62C15C59-5BC4-4422-A336-1B2FB6782034}" srcOrd="1" destOrd="0" parTransId="{77B28818-A267-45C7-8A3B-FFDD64A7C4AB}" sibTransId="{237BE2B4-A8CE-425E-A414-0F497C88AE8D}"/>
    <dgm:cxn modelId="{71DA282D-94FB-4478-BCCA-80A388C0E058}" type="presOf" srcId="{37F86EE2-9733-4682-8C13-4DC8134B4526}" destId="{54D81475-2AE5-4F9B-8DFB-7E127DFFE187}" srcOrd="0" destOrd="0" presId="urn:microsoft.com/office/officeart/2005/8/layout/hProcess6"/>
    <dgm:cxn modelId="{E3563531-0301-4EE0-A70F-2A5DD1A39972}" type="presOf" srcId="{511CD161-DD66-46EC-9BF4-535B8DD7E9DE}" destId="{B88E07BF-9BED-4A8E-B7E9-25CADCBA43AE}" srcOrd="0" destOrd="0" presId="urn:microsoft.com/office/officeart/2005/8/layout/hProcess6"/>
    <dgm:cxn modelId="{4E3ADE31-E891-4C07-8FA9-E6D88A2B3F22}" srcId="{37F86EE2-9733-4682-8C13-4DC8134B4526}" destId="{695CF9AA-8FD2-4AF0-9ED3-685E7C707C80}" srcOrd="1" destOrd="0" parTransId="{99A1CDED-51E4-4BC5-89F6-4E842F687FBE}" sibTransId="{702F6B41-BF23-41C0-B079-DC456250B471}"/>
    <dgm:cxn modelId="{C30A5C32-EDAF-48C0-BF50-941EDF415CB2}" type="presOf" srcId="{C0664D14-F0A2-439A-AE8D-770AA81EB919}" destId="{8A940FB9-A083-4FCB-AE2D-D24154DC5070}" srcOrd="1" destOrd="0" presId="urn:microsoft.com/office/officeart/2005/8/layout/hProcess6"/>
    <dgm:cxn modelId="{04D8CE3A-F331-4937-BAB9-73351000C1B8}" type="presOf" srcId="{62C15C59-5BC4-4422-A336-1B2FB6782034}" destId="{B88E07BF-9BED-4A8E-B7E9-25CADCBA43AE}" srcOrd="0" destOrd="1" presId="urn:microsoft.com/office/officeart/2005/8/layout/hProcess6"/>
    <dgm:cxn modelId="{6B283070-E465-4139-9B81-D042A9CB1A2A}" type="presOf" srcId="{62C15C59-5BC4-4422-A336-1B2FB6782034}" destId="{F148CCCE-3DFC-45F2-8AF7-8ECC98425726}" srcOrd="1" destOrd="1" presId="urn:microsoft.com/office/officeart/2005/8/layout/hProcess6"/>
    <dgm:cxn modelId="{D1836E7A-9074-4B63-B848-3324D8ED00CC}" type="presOf" srcId="{511CD161-DD66-46EC-9BF4-535B8DD7E9DE}" destId="{F148CCCE-3DFC-45F2-8AF7-8ECC98425726}" srcOrd="1" destOrd="0" presId="urn:microsoft.com/office/officeart/2005/8/layout/hProcess6"/>
    <dgm:cxn modelId="{9C68BB88-C1F8-4701-8BAA-F08E3AA806A2}" type="presOf" srcId="{695CF9AA-8FD2-4AF0-9ED3-685E7C707C80}" destId="{E22AE70C-076E-4B57-8340-83B26B9F9BDE}" srcOrd="0" destOrd="1" presId="urn:microsoft.com/office/officeart/2005/8/layout/hProcess6"/>
    <dgm:cxn modelId="{653D84A2-129E-4878-BB02-AAA100DCCDE6}" type="presOf" srcId="{695CF9AA-8FD2-4AF0-9ED3-685E7C707C80}" destId="{150A6F48-077A-4B78-8F47-F61E3E49D7DE}" srcOrd="1" destOrd="1" presId="urn:microsoft.com/office/officeart/2005/8/layout/hProcess6"/>
    <dgm:cxn modelId="{40A135A6-8F6E-4B0B-BEBE-502EC41DF79F}" type="presOf" srcId="{9D54C5FA-F60B-4C1B-A601-971599588751}" destId="{285DD64D-4341-4F19-BA45-6CD6A81E2B75}" srcOrd="0" destOrd="0" presId="urn:microsoft.com/office/officeart/2005/8/layout/hProcess6"/>
    <dgm:cxn modelId="{5D0723A8-AC4E-4F7E-A760-0CB9409E0B1F}" srcId="{9D54C5FA-F60B-4C1B-A601-971599588751}" destId="{C0664D14-F0A2-439A-AE8D-770AA81EB919}" srcOrd="0" destOrd="0" parTransId="{D6162E85-4983-43A5-A2AD-227E19CD279B}" sibTransId="{3A848BFD-D36E-4795-8B69-E71FC50CE0AE}"/>
    <dgm:cxn modelId="{DEC056C3-1A2F-4DC8-95EC-FE3CF94C4E96}" type="presOf" srcId="{2992D575-A59A-4DE8-948C-3A78EE0561DE}" destId="{AA2DA001-BE0E-4260-8F50-8784077D7822}" srcOrd="0" destOrd="0" presId="urn:microsoft.com/office/officeart/2005/8/layout/hProcess6"/>
    <dgm:cxn modelId="{5BC7ADC8-CA76-4480-9BFD-FB31DCB22FCC}" srcId="{9D54C5FA-F60B-4C1B-A601-971599588751}" destId="{DDB6D1ED-4A16-475B-AAC0-B3FE111DC427}" srcOrd="1" destOrd="0" parTransId="{BEF3F626-6466-4072-9E61-7B44B4196151}" sibTransId="{381E264F-74B3-4519-BA20-D1F66530D659}"/>
    <dgm:cxn modelId="{B717E9C8-B019-4B28-986C-4AC778CB4315}" type="presOf" srcId="{5B00F126-111D-4970-B912-9227C02BF586}" destId="{E22AE70C-076E-4B57-8340-83B26B9F9BDE}" srcOrd="0" destOrd="0" presId="urn:microsoft.com/office/officeart/2005/8/layout/hProcess6"/>
    <dgm:cxn modelId="{0855D9CA-650F-41F5-942C-8F21B6485527}" srcId="{3B57D17F-44FE-4676-9DB1-B0EDD6555DE6}" destId="{511CD161-DD66-46EC-9BF4-535B8DD7E9DE}" srcOrd="0" destOrd="0" parTransId="{2DAB109F-B8F0-4F69-99B4-6D074931FE42}" sibTransId="{E7704CA3-0AC3-4A37-B646-51521D8AE50E}"/>
    <dgm:cxn modelId="{A7FCCCD6-578A-424B-81D3-AF5946D527AA}" type="presOf" srcId="{DDB6D1ED-4A16-475B-AAC0-B3FE111DC427}" destId="{8A940FB9-A083-4FCB-AE2D-D24154DC5070}" srcOrd="1" destOrd="1" presId="urn:microsoft.com/office/officeart/2005/8/layout/hProcess6"/>
    <dgm:cxn modelId="{FAEA06DE-02DB-4897-AA1C-6D7CA9B7EFAD}" srcId="{2992D575-A59A-4DE8-948C-3A78EE0561DE}" destId="{37F86EE2-9733-4682-8C13-4DC8134B4526}" srcOrd="2" destOrd="0" parTransId="{2F9AFC02-5A92-40B3-A0EA-AD65F86F7762}" sibTransId="{AE7E9A5A-B2FD-491A-950D-EFA5784C2490}"/>
    <dgm:cxn modelId="{703E97E6-311F-4BF4-941D-11564C267F06}" type="presOf" srcId="{3B57D17F-44FE-4676-9DB1-B0EDD6555DE6}" destId="{E632FCBD-35AD-4C49-858F-DF92E6561460}" srcOrd="0" destOrd="0" presId="urn:microsoft.com/office/officeart/2005/8/layout/hProcess6"/>
    <dgm:cxn modelId="{005D57F3-322B-4E31-B763-858708551768}" type="presOf" srcId="{DDB6D1ED-4A16-475B-AAC0-B3FE111DC427}" destId="{08123FA0-E8D8-410C-8E75-2F7DB261079B}" srcOrd="0" destOrd="1" presId="urn:microsoft.com/office/officeart/2005/8/layout/hProcess6"/>
    <dgm:cxn modelId="{53C571FE-2186-48F8-AAA5-5360C7D35592}" srcId="{2992D575-A59A-4DE8-948C-3A78EE0561DE}" destId="{9D54C5FA-F60B-4C1B-A601-971599588751}" srcOrd="0" destOrd="0" parTransId="{E66FD762-F5BC-4944-BEF6-83232453ADA5}" sibTransId="{6D3C368D-0999-4915-BB96-248136166620}"/>
    <dgm:cxn modelId="{180BA52D-32BE-4675-8A50-447C298676F3}" type="presParOf" srcId="{AA2DA001-BE0E-4260-8F50-8784077D7822}" destId="{47591BB8-425D-4112-BAA9-630833F527C6}" srcOrd="0" destOrd="0" presId="urn:microsoft.com/office/officeart/2005/8/layout/hProcess6"/>
    <dgm:cxn modelId="{BD8E6219-5308-43F8-841E-A7A49F366812}" type="presParOf" srcId="{47591BB8-425D-4112-BAA9-630833F527C6}" destId="{D8E2FE04-2A07-44AD-940F-3504C5862828}" srcOrd="0" destOrd="0" presId="urn:microsoft.com/office/officeart/2005/8/layout/hProcess6"/>
    <dgm:cxn modelId="{AC41F3AA-50CD-481A-A2B4-D702E231C9F7}" type="presParOf" srcId="{47591BB8-425D-4112-BAA9-630833F527C6}" destId="{08123FA0-E8D8-410C-8E75-2F7DB261079B}" srcOrd="1" destOrd="0" presId="urn:microsoft.com/office/officeart/2005/8/layout/hProcess6"/>
    <dgm:cxn modelId="{42934D6B-FAD9-40C4-A8AC-97EF9CEF45E0}" type="presParOf" srcId="{47591BB8-425D-4112-BAA9-630833F527C6}" destId="{8A940FB9-A083-4FCB-AE2D-D24154DC5070}" srcOrd="2" destOrd="0" presId="urn:microsoft.com/office/officeart/2005/8/layout/hProcess6"/>
    <dgm:cxn modelId="{3BA03D45-7E5E-4D31-BF9B-79E8DBC9E813}" type="presParOf" srcId="{47591BB8-425D-4112-BAA9-630833F527C6}" destId="{285DD64D-4341-4F19-BA45-6CD6A81E2B75}" srcOrd="3" destOrd="0" presId="urn:microsoft.com/office/officeart/2005/8/layout/hProcess6"/>
    <dgm:cxn modelId="{59F9D4A9-9583-456D-B9C0-8E9B072DBFAB}" type="presParOf" srcId="{AA2DA001-BE0E-4260-8F50-8784077D7822}" destId="{1145FA76-D144-4468-83EB-6281F6F4298A}" srcOrd="1" destOrd="0" presId="urn:microsoft.com/office/officeart/2005/8/layout/hProcess6"/>
    <dgm:cxn modelId="{A7066BFE-9911-419C-904D-8E2495DCF890}" type="presParOf" srcId="{AA2DA001-BE0E-4260-8F50-8784077D7822}" destId="{3D6824F4-DB4D-4188-8ED0-98F196839AB8}" srcOrd="2" destOrd="0" presId="urn:microsoft.com/office/officeart/2005/8/layout/hProcess6"/>
    <dgm:cxn modelId="{28A9610E-C178-493F-9BF5-27753B934DAC}" type="presParOf" srcId="{3D6824F4-DB4D-4188-8ED0-98F196839AB8}" destId="{6E7B4D65-9CE1-4370-AF5C-9864C1DF3CD2}" srcOrd="0" destOrd="0" presId="urn:microsoft.com/office/officeart/2005/8/layout/hProcess6"/>
    <dgm:cxn modelId="{3E7671D1-B565-4502-88F7-5758A6C79A2E}" type="presParOf" srcId="{3D6824F4-DB4D-4188-8ED0-98F196839AB8}" destId="{B88E07BF-9BED-4A8E-B7E9-25CADCBA43AE}" srcOrd="1" destOrd="0" presId="urn:microsoft.com/office/officeart/2005/8/layout/hProcess6"/>
    <dgm:cxn modelId="{CE1916F4-7674-4207-86A3-FB8DB9A38D70}" type="presParOf" srcId="{3D6824F4-DB4D-4188-8ED0-98F196839AB8}" destId="{F148CCCE-3DFC-45F2-8AF7-8ECC98425726}" srcOrd="2" destOrd="0" presId="urn:microsoft.com/office/officeart/2005/8/layout/hProcess6"/>
    <dgm:cxn modelId="{8200BD29-CCBA-4B56-9410-23CBD1D3FB3A}" type="presParOf" srcId="{3D6824F4-DB4D-4188-8ED0-98F196839AB8}" destId="{E632FCBD-35AD-4C49-858F-DF92E6561460}" srcOrd="3" destOrd="0" presId="urn:microsoft.com/office/officeart/2005/8/layout/hProcess6"/>
    <dgm:cxn modelId="{1B9B845C-C97B-46AD-A226-1FFA19D87E49}" type="presParOf" srcId="{AA2DA001-BE0E-4260-8F50-8784077D7822}" destId="{CC8174E6-BED4-48ED-A430-64EFF54B3BA2}" srcOrd="3" destOrd="0" presId="urn:microsoft.com/office/officeart/2005/8/layout/hProcess6"/>
    <dgm:cxn modelId="{973F1CA8-ACF2-4187-9DFF-200FF155766F}" type="presParOf" srcId="{AA2DA001-BE0E-4260-8F50-8784077D7822}" destId="{7608608A-9835-45D2-B76D-4259312EFF0C}" srcOrd="4" destOrd="0" presId="urn:microsoft.com/office/officeart/2005/8/layout/hProcess6"/>
    <dgm:cxn modelId="{BBF73F27-78F6-4DA2-A72F-64252DC320A6}" type="presParOf" srcId="{7608608A-9835-45D2-B76D-4259312EFF0C}" destId="{D902B251-F2AB-4258-BFA5-30140A1A57E8}" srcOrd="0" destOrd="0" presId="urn:microsoft.com/office/officeart/2005/8/layout/hProcess6"/>
    <dgm:cxn modelId="{1F5D45D8-45B8-40A2-A9A2-62917EB22AD3}" type="presParOf" srcId="{7608608A-9835-45D2-B76D-4259312EFF0C}" destId="{E22AE70C-076E-4B57-8340-83B26B9F9BDE}" srcOrd="1" destOrd="0" presId="urn:microsoft.com/office/officeart/2005/8/layout/hProcess6"/>
    <dgm:cxn modelId="{BCBCC38A-C203-444B-B689-D499656ADD17}" type="presParOf" srcId="{7608608A-9835-45D2-B76D-4259312EFF0C}" destId="{150A6F48-077A-4B78-8F47-F61E3E49D7DE}" srcOrd="2" destOrd="0" presId="urn:microsoft.com/office/officeart/2005/8/layout/hProcess6"/>
    <dgm:cxn modelId="{FEFA7FB9-CF92-48D0-8106-AEE5DC53908E}" type="presParOf" srcId="{7608608A-9835-45D2-B76D-4259312EFF0C}" destId="{54D81475-2AE5-4F9B-8DFB-7E127DFFE18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83460C-3D29-4520-B357-A7E7A308590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728FA9-7480-4E56-85D2-D59940ACDE6F}">
      <dgm:prSet/>
      <dgm:spPr/>
      <dgm:t>
        <a:bodyPr/>
        <a:lstStyle/>
        <a:p>
          <a:r>
            <a:rPr lang="pl-PL"/>
            <a:t>Move this things outside your tests</a:t>
          </a:r>
          <a:endParaRPr lang="en-US"/>
        </a:p>
      </dgm:t>
    </dgm:pt>
    <dgm:pt modelId="{87F65267-6A89-4166-AA07-2744B5F97933}" type="parTrans" cxnId="{0A94A94A-2912-4631-9590-0D533077FD60}">
      <dgm:prSet/>
      <dgm:spPr/>
      <dgm:t>
        <a:bodyPr/>
        <a:lstStyle/>
        <a:p>
          <a:endParaRPr lang="en-US"/>
        </a:p>
      </dgm:t>
    </dgm:pt>
    <dgm:pt modelId="{18B93BFA-A750-4A5A-A652-B3A75260FDA2}" type="sibTrans" cxnId="{0A94A94A-2912-4631-9590-0D533077FD60}">
      <dgm:prSet/>
      <dgm:spPr/>
      <dgm:t>
        <a:bodyPr/>
        <a:lstStyle/>
        <a:p>
          <a:endParaRPr lang="en-US"/>
        </a:p>
      </dgm:t>
    </dgm:pt>
    <dgm:pt modelId="{31554FBC-474B-46F2-BC8C-A23A22A8CB41}">
      <dgm:prSet/>
      <dgm:spPr/>
      <dgm:t>
        <a:bodyPr/>
        <a:lstStyle/>
        <a:p>
          <a:r>
            <a:rPr lang="pl-PL"/>
            <a:t>- Data created by API</a:t>
          </a:r>
          <a:endParaRPr lang="en-US"/>
        </a:p>
      </dgm:t>
    </dgm:pt>
    <dgm:pt modelId="{070E1DF0-3514-4838-8D34-2E030041B815}" type="parTrans" cxnId="{75E1D86D-7530-4E16-994A-BB7514C7DDA0}">
      <dgm:prSet/>
      <dgm:spPr/>
      <dgm:t>
        <a:bodyPr/>
        <a:lstStyle/>
        <a:p>
          <a:endParaRPr lang="en-US"/>
        </a:p>
      </dgm:t>
    </dgm:pt>
    <dgm:pt modelId="{E810B65E-837E-41E8-A2BE-0BAC1AC62DC0}" type="sibTrans" cxnId="{75E1D86D-7530-4E16-994A-BB7514C7DDA0}">
      <dgm:prSet/>
      <dgm:spPr/>
      <dgm:t>
        <a:bodyPr/>
        <a:lstStyle/>
        <a:p>
          <a:endParaRPr lang="en-US"/>
        </a:p>
      </dgm:t>
    </dgm:pt>
    <dgm:pt modelId="{61C75610-18DF-4542-8F99-66DB4349125E}">
      <dgm:prSet/>
      <dgm:spPr/>
      <dgm:t>
        <a:bodyPr/>
        <a:lstStyle/>
        <a:p>
          <a:r>
            <a:rPr lang="pl-PL"/>
            <a:t>Authentication</a:t>
          </a:r>
          <a:endParaRPr lang="en-US"/>
        </a:p>
      </dgm:t>
    </dgm:pt>
    <dgm:pt modelId="{BDC7D264-7F6F-4F55-A6AF-04FF7C1B0B56}" type="parTrans" cxnId="{616A7D76-B889-4847-802A-7B7BC58CF74F}">
      <dgm:prSet/>
      <dgm:spPr/>
      <dgm:t>
        <a:bodyPr/>
        <a:lstStyle/>
        <a:p>
          <a:endParaRPr lang="en-US"/>
        </a:p>
      </dgm:t>
    </dgm:pt>
    <dgm:pt modelId="{3DC302A4-C074-49E7-8C16-AB82932C36B7}" type="sibTrans" cxnId="{616A7D76-B889-4847-802A-7B7BC58CF74F}">
      <dgm:prSet/>
      <dgm:spPr/>
      <dgm:t>
        <a:bodyPr/>
        <a:lstStyle/>
        <a:p>
          <a:endParaRPr lang="en-US"/>
        </a:p>
      </dgm:t>
    </dgm:pt>
    <dgm:pt modelId="{219B543A-9EFA-4174-AA1A-72702F291130}">
      <dgm:prSet/>
      <dgm:spPr/>
      <dgm:t>
        <a:bodyPr/>
        <a:lstStyle/>
        <a:p>
          <a:r>
            <a:rPr lang="pl-PL"/>
            <a:t>User creation </a:t>
          </a:r>
          <a:endParaRPr lang="en-US"/>
        </a:p>
      </dgm:t>
    </dgm:pt>
    <dgm:pt modelId="{9E0E99EA-D44C-4FA9-BF5C-389328D5FA70}" type="parTrans" cxnId="{C1ECCCFA-F57C-4E4E-B047-C93705D55806}">
      <dgm:prSet/>
      <dgm:spPr/>
      <dgm:t>
        <a:bodyPr/>
        <a:lstStyle/>
        <a:p>
          <a:endParaRPr lang="en-US"/>
        </a:p>
      </dgm:t>
    </dgm:pt>
    <dgm:pt modelId="{EC24159E-FDD5-4A83-BACD-1570988DCD00}" type="sibTrans" cxnId="{C1ECCCFA-F57C-4E4E-B047-C93705D55806}">
      <dgm:prSet/>
      <dgm:spPr/>
      <dgm:t>
        <a:bodyPr/>
        <a:lstStyle/>
        <a:p>
          <a:endParaRPr lang="en-US"/>
        </a:p>
      </dgm:t>
    </dgm:pt>
    <dgm:pt modelId="{70A8D374-288C-4517-AF7E-16C468399FB1}" type="pres">
      <dgm:prSet presAssocID="{4983460C-3D29-4520-B357-A7E7A308590D}" presName="vert0" presStyleCnt="0">
        <dgm:presLayoutVars>
          <dgm:dir/>
          <dgm:animOne val="branch"/>
          <dgm:animLvl val="lvl"/>
        </dgm:presLayoutVars>
      </dgm:prSet>
      <dgm:spPr/>
    </dgm:pt>
    <dgm:pt modelId="{9029A7B1-C18C-4B90-BF3D-240E9867B8B5}" type="pres">
      <dgm:prSet presAssocID="{3F728FA9-7480-4E56-85D2-D59940ACDE6F}" presName="thickLine" presStyleLbl="alignNode1" presStyleIdx="0" presStyleCnt="4"/>
      <dgm:spPr/>
    </dgm:pt>
    <dgm:pt modelId="{A32CF647-501D-4A29-9B53-E47FE805817A}" type="pres">
      <dgm:prSet presAssocID="{3F728FA9-7480-4E56-85D2-D59940ACDE6F}" presName="horz1" presStyleCnt="0"/>
      <dgm:spPr/>
    </dgm:pt>
    <dgm:pt modelId="{04C4B99D-1314-4364-911E-2B70F92347E0}" type="pres">
      <dgm:prSet presAssocID="{3F728FA9-7480-4E56-85D2-D59940ACDE6F}" presName="tx1" presStyleLbl="revTx" presStyleIdx="0" presStyleCnt="4"/>
      <dgm:spPr/>
    </dgm:pt>
    <dgm:pt modelId="{F2EB2B92-3049-4F3E-A37E-4B1E3862DA13}" type="pres">
      <dgm:prSet presAssocID="{3F728FA9-7480-4E56-85D2-D59940ACDE6F}" presName="vert1" presStyleCnt="0"/>
      <dgm:spPr/>
    </dgm:pt>
    <dgm:pt modelId="{EFBF0EFD-C3E9-4066-80B8-862DC6CF9AA5}" type="pres">
      <dgm:prSet presAssocID="{31554FBC-474B-46F2-BC8C-A23A22A8CB41}" presName="thickLine" presStyleLbl="alignNode1" presStyleIdx="1" presStyleCnt="4"/>
      <dgm:spPr/>
    </dgm:pt>
    <dgm:pt modelId="{25DA0239-4A2B-49FA-BF74-8F67B17A6718}" type="pres">
      <dgm:prSet presAssocID="{31554FBC-474B-46F2-BC8C-A23A22A8CB41}" presName="horz1" presStyleCnt="0"/>
      <dgm:spPr/>
    </dgm:pt>
    <dgm:pt modelId="{8C835284-74F0-4297-A030-72F3D0BF74C0}" type="pres">
      <dgm:prSet presAssocID="{31554FBC-474B-46F2-BC8C-A23A22A8CB41}" presName="tx1" presStyleLbl="revTx" presStyleIdx="1" presStyleCnt="4"/>
      <dgm:spPr/>
    </dgm:pt>
    <dgm:pt modelId="{EDE80E6F-C01D-48F0-9C21-61F2A99DE58E}" type="pres">
      <dgm:prSet presAssocID="{31554FBC-474B-46F2-BC8C-A23A22A8CB41}" presName="vert1" presStyleCnt="0"/>
      <dgm:spPr/>
    </dgm:pt>
    <dgm:pt modelId="{0F9C4D75-92AF-4704-9D7E-9AF3E665DA33}" type="pres">
      <dgm:prSet presAssocID="{61C75610-18DF-4542-8F99-66DB4349125E}" presName="thickLine" presStyleLbl="alignNode1" presStyleIdx="2" presStyleCnt="4"/>
      <dgm:spPr/>
    </dgm:pt>
    <dgm:pt modelId="{8120C801-2C74-47F7-BF80-9A20A957F701}" type="pres">
      <dgm:prSet presAssocID="{61C75610-18DF-4542-8F99-66DB4349125E}" presName="horz1" presStyleCnt="0"/>
      <dgm:spPr/>
    </dgm:pt>
    <dgm:pt modelId="{59E3D40C-AC07-4B2F-88B5-F7E7BE8AD7EB}" type="pres">
      <dgm:prSet presAssocID="{61C75610-18DF-4542-8F99-66DB4349125E}" presName="tx1" presStyleLbl="revTx" presStyleIdx="2" presStyleCnt="4"/>
      <dgm:spPr/>
    </dgm:pt>
    <dgm:pt modelId="{BC32148C-646B-4E32-B168-725B9B7BCEBA}" type="pres">
      <dgm:prSet presAssocID="{61C75610-18DF-4542-8F99-66DB4349125E}" presName="vert1" presStyleCnt="0"/>
      <dgm:spPr/>
    </dgm:pt>
    <dgm:pt modelId="{92F8A593-C6E5-45BC-A7B3-A92164D85D41}" type="pres">
      <dgm:prSet presAssocID="{219B543A-9EFA-4174-AA1A-72702F291130}" presName="thickLine" presStyleLbl="alignNode1" presStyleIdx="3" presStyleCnt="4"/>
      <dgm:spPr/>
    </dgm:pt>
    <dgm:pt modelId="{C74F0C94-23B5-4C1E-A271-62E2C5F29ADE}" type="pres">
      <dgm:prSet presAssocID="{219B543A-9EFA-4174-AA1A-72702F291130}" presName="horz1" presStyleCnt="0"/>
      <dgm:spPr/>
    </dgm:pt>
    <dgm:pt modelId="{967891E5-26CA-4885-A85E-3B43FACBB14A}" type="pres">
      <dgm:prSet presAssocID="{219B543A-9EFA-4174-AA1A-72702F291130}" presName="tx1" presStyleLbl="revTx" presStyleIdx="3" presStyleCnt="4"/>
      <dgm:spPr/>
    </dgm:pt>
    <dgm:pt modelId="{5925B4DD-52B5-4425-A27B-41B6D4DA7D84}" type="pres">
      <dgm:prSet presAssocID="{219B543A-9EFA-4174-AA1A-72702F291130}" presName="vert1" presStyleCnt="0"/>
      <dgm:spPr/>
    </dgm:pt>
  </dgm:ptLst>
  <dgm:cxnLst>
    <dgm:cxn modelId="{0A94A94A-2912-4631-9590-0D533077FD60}" srcId="{4983460C-3D29-4520-B357-A7E7A308590D}" destId="{3F728FA9-7480-4E56-85D2-D59940ACDE6F}" srcOrd="0" destOrd="0" parTransId="{87F65267-6A89-4166-AA07-2744B5F97933}" sibTransId="{18B93BFA-A750-4A5A-A652-B3A75260FDA2}"/>
    <dgm:cxn modelId="{75E1D86D-7530-4E16-994A-BB7514C7DDA0}" srcId="{4983460C-3D29-4520-B357-A7E7A308590D}" destId="{31554FBC-474B-46F2-BC8C-A23A22A8CB41}" srcOrd="1" destOrd="0" parTransId="{070E1DF0-3514-4838-8D34-2E030041B815}" sibTransId="{E810B65E-837E-41E8-A2BE-0BAC1AC62DC0}"/>
    <dgm:cxn modelId="{616A7D76-B889-4847-802A-7B7BC58CF74F}" srcId="{4983460C-3D29-4520-B357-A7E7A308590D}" destId="{61C75610-18DF-4542-8F99-66DB4349125E}" srcOrd="2" destOrd="0" parTransId="{BDC7D264-7F6F-4F55-A6AF-04FF7C1B0B56}" sibTransId="{3DC302A4-C074-49E7-8C16-AB82932C36B7}"/>
    <dgm:cxn modelId="{FE87AA92-0E73-4191-8C16-CC6642A96744}" type="presOf" srcId="{61C75610-18DF-4542-8F99-66DB4349125E}" destId="{59E3D40C-AC07-4B2F-88B5-F7E7BE8AD7EB}" srcOrd="0" destOrd="0" presId="urn:microsoft.com/office/officeart/2008/layout/LinedList"/>
    <dgm:cxn modelId="{0BA30899-9DAA-4DA5-B799-F17FDDEE186A}" type="presOf" srcId="{3F728FA9-7480-4E56-85D2-D59940ACDE6F}" destId="{04C4B99D-1314-4364-911E-2B70F92347E0}" srcOrd="0" destOrd="0" presId="urn:microsoft.com/office/officeart/2008/layout/LinedList"/>
    <dgm:cxn modelId="{879AF1BB-0156-4D0C-A3A8-22320C8AAB96}" type="presOf" srcId="{4983460C-3D29-4520-B357-A7E7A308590D}" destId="{70A8D374-288C-4517-AF7E-16C468399FB1}" srcOrd="0" destOrd="0" presId="urn:microsoft.com/office/officeart/2008/layout/LinedList"/>
    <dgm:cxn modelId="{869068CD-D83A-40CF-BA6A-9CFE512DEC6B}" type="presOf" srcId="{31554FBC-474B-46F2-BC8C-A23A22A8CB41}" destId="{8C835284-74F0-4297-A030-72F3D0BF74C0}" srcOrd="0" destOrd="0" presId="urn:microsoft.com/office/officeart/2008/layout/LinedList"/>
    <dgm:cxn modelId="{421BC4E9-2A60-48DF-BFD2-B1BA122E82F3}" type="presOf" srcId="{219B543A-9EFA-4174-AA1A-72702F291130}" destId="{967891E5-26CA-4885-A85E-3B43FACBB14A}" srcOrd="0" destOrd="0" presId="urn:microsoft.com/office/officeart/2008/layout/LinedList"/>
    <dgm:cxn modelId="{C1ECCCFA-F57C-4E4E-B047-C93705D55806}" srcId="{4983460C-3D29-4520-B357-A7E7A308590D}" destId="{219B543A-9EFA-4174-AA1A-72702F291130}" srcOrd="3" destOrd="0" parTransId="{9E0E99EA-D44C-4FA9-BF5C-389328D5FA70}" sibTransId="{EC24159E-FDD5-4A83-BACD-1570988DCD00}"/>
    <dgm:cxn modelId="{86CAA3BD-73FB-4C4E-BA04-0AE3FFE2008B}" type="presParOf" srcId="{70A8D374-288C-4517-AF7E-16C468399FB1}" destId="{9029A7B1-C18C-4B90-BF3D-240E9867B8B5}" srcOrd="0" destOrd="0" presId="urn:microsoft.com/office/officeart/2008/layout/LinedList"/>
    <dgm:cxn modelId="{F8DC4D56-0172-49AB-B522-C5763DFE22A0}" type="presParOf" srcId="{70A8D374-288C-4517-AF7E-16C468399FB1}" destId="{A32CF647-501D-4A29-9B53-E47FE805817A}" srcOrd="1" destOrd="0" presId="urn:microsoft.com/office/officeart/2008/layout/LinedList"/>
    <dgm:cxn modelId="{E5507489-EFB3-44E6-809A-521911FEB7BA}" type="presParOf" srcId="{A32CF647-501D-4A29-9B53-E47FE805817A}" destId="{04C4B99D-1314-4364-911E-2B70F92347E0}" srcOrd="0" destOrd="0" presId="urn:microsoft.com/office/officeart/2008/layout/LinedList"/>
    <dgm:cxn modelId="{D5781094-10C6-493C-A90D-7D7451CAFDEB}" type="presParOf" srcId="{A32CF647-501D-4A29-9B53-E47FE805817A}" destId="{F2EB2B92-3049-4F3E-A37E-4B1E3862DA13}" srcOrd="1" destOrd="0" presId="urn:microsoft.com/office/officeart/2008/layout/LinedList"/>
    <dgm:cxn modelId="{1A0A3FCE-4BFA-4890-8885-4B1F634F52F8}" type="presParOf" srcId="{70A8D374-288C-4517-AF7E-16C468399FB1}" destId="{EFBF0EFD-C3E9-4066-80B8-862DC6CF9AA5}" srcOrd="2" destOrd="0" presId="urn:microsoft.com/office/officeart/2008/layout/LinedList"/>
    <dgm:cxn modelId="{82A8343B-358B-49A5-B86B-F86E46DFB843}" type="presParOf" srcId="{70A8D374-288C-4517-AF7E-16C468399FB1}" destId="{25DA0239-4A2B-49FA-BF74-8F67B17A6718}" srcOrd="3" destOrd="0" presId="urn:microsoft.com/office/officeart/2008/layout/LinedList"/>
    <dgm:cxn modelId="{255EF87B-2296-4C5F-8823-77910D5FC4A8}" type="presParOf" srcId="{25DA0239-4A2B-49FA-BF74-8F67B17A6718}" destId="{8C835284-74F0-4297-A030-72F3D0BF74C0}" srcOrd="0" destOrd="0" presId="urn:microsoft.com/office/officeart/2008/layout/LinedList"/>
    <dgm:cxn modelId="{9A0E990C-8914-444C-A95B-BF23618E0112}" type="presParOf" srcId="{25DA0239-4A2B-49FA-BF74-8F67B17A6718}" destId="{EDE80E6F-C01D-48F0-9C21-61F2A99DE58E}" srcOrd="1" destOrd="0" presId="urn:microsoft.com/office/officeart/2008/layout/LinedList"/>
    <dgm:cxn modelId="{0F7B23CE-ED32-42FA-BD44-D2106FC75C34}" type="presParOf" srcId="{70A8D374-288C-4517-AF7E-16C468399FB1}" destId="{0F9C4D75-92AF-4704-9D7E-9AF3E665DA33}" srcOrd="4" destOrd="0" presId="urn:microsoft.com/office/officeart/2008/layout/LinedList"/>
    <dgm:cxn modelId="{458E103B-0513-4E26-8121-75468CBF8136}" type="presParOf" srcId="{70A8D374-288C-4517-AF7E-16C468399FB1}" destId="{8120C801-2C74-47F7-BF80-9A20A957F701}" srcOrd="5" destOrd="0" presId="urn:microsoft.com/office/officeart/2008/layout/LinedList"/>
    <dgm:cxn modelId="{E212F543-BB2B-4540-AA38-5100331EE2BB}" type="presParOf" srcId="{8120C801-2C74-47F7-BF80-9A20A957F701}" destId="{59E3D40C-AC07-4B2F-88B5-F7E7BE8AD7EB}" srcOrd="0" destOrd="0" presId="urn:microsoft.com/office/officeart/2008/layout/LinedList"/>
    <dgm:cxn modelId="{126A8D04-124A-4FB3-ABE7-522697FEBC2F}" type="presParOf" srcId="{8120C801-2C74-47F7-BF80-9A20A957F701}" destId="{BC32148C-646B-4E32-B168-725B9B7BCEBA}" srcOrd="1" destOrd="0" presId="urn:microsoft.com/office/officeart/2008/layout/LinedList"/>
    <dgm:cxn modelId="{2D2373F1-4269-4F13-8712-2E59C2BDD4CC}" type="presParOf" srcId="{70A8D374-288C-4517-AF7E-16C468399FB1}" destId="{92F8A593-C6E5-45BC-A7B3-A92164D85D41}" srcOrd="6" destOrd="0" presId="urn:microsoft.com/office/officeart/2008/layout/LinedList"/>
    <dgm:cxn modelId="{0E5A38E3-26AD-466B-A411-801B1D0B4D48}" type="presParOf" srcId="{70A8D374-288C-4517-AF7E-16C468399FB1}" destId="{C74F0C94-23B5-4C1E-A271-62E2C5F29ADE}" srcOrd="7" destOrd="0" presId="urn:microsoft.com/office/officeart/2008/layout/LinedList"/>
    <dgm:cxn modelId="{BF8AEFEC-03C6-4D84-B579-EBB49936F6A8}" type="presParOf" srcId="{C74F0C94-23B5-4C1E-A271-62E2C5F29ADE}" destId="{967891E5-26CA-4885-A85E-3B43FACBB14A}" srcOrd="0" destOrd="0" presId="urn:microsoft.com/office/officeart/2008/layout/LinedList"/>
    <dgm:cxn modelId="{FE8B51C9-0B33-4760-9148-D423A815842B}" type="presParOf" srcId="{C74F0C94-23B5-4C1E-A271-62E2C5F29ADE}" destId="{5925B4DD-52B5-4425-A27B-41B6D4DA7D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D2938E-F853-461D-ACDA-5A4F0FD9281C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6F8EF7A0-1AC1-4509-87F3-AD31C5D24F3D}">
      <dgm:prSet phldrT="[Tekst]"/>
      <dgm:spPr/>
      <dgm:t>
        <a:bodyPr/>
        <a:lstStyle/>
        <a:p>
          <a:r>
            <a:rPr lang="pl-PL" dirty="0" err="1"/>
            <a:t>Static</a:t>
          </a:r>
          <a:endParaRPr lang="pl-PL" dirty="0"/>
        </a:p>
      </dgm:t>
    </dgm:pt>
    <dgm:pt modelId="{1B663850-81C4-4B2B-AA78-388C3C54FA64}" type="parTrans" cxnId="{9FB6D0E8-2A3B-4F0D-8A60-74DC40E5E156}">
      <dgm:prSet/>
      <dgm:spPr/>
      <dgm:t>
        <a:bodyPr/>
        <a:lstStyle/>
        <a:p>
          <a:endParaRPr lang="pl-PL"/>
        </a:p>
      </dgm:t>
    </dgm:pt>
    <dgm:pt modelId="{FC7214CE-0E05-4B3F-AFC4-7C9FEE5D57D2}" type="sibTrans" cxnId="{9FB6D0E8-2A3B-4F0D-8A60-74DC40E5E156}">
      <dgm:prSet/>
      <dgm:spPr/>
      <dgm:t>
        <a:bodyPr/>
        <a:lstStyle/>
        <a:p>
          <a:endParaRPr lang="pl-PL"/>
        </a:p>
      </dgm:t>
    </dgm:pt>
    <dgm:pt modelId="{3C869C86-14E2-4783-A1FD-437D774EE4C9}">
      <dgm:prSet phldrT="[Tekst]"/>
      <dgm:spPr/>
      <dgm:t>
        <a:bodyPr/>
        <a:lstStyle/>
        <a:p>
          <a:r>
            <a:rPr lang="pl-PL" dirty="0"/>
            <a:t>Unit</a:t>
          </a:r>
        </a:p>
      </dgm:t>
    </dgm:pt>
    <dgm:pt modelId="{B0F43DA6-9E37-47C8-9F5D-29E1F68A306C}" type="parTrans" cxnId="{2A9F53A0-962C-41F8-A5CA-69AD2602C192}">
      <dgm:prSet/>
      <dgm:spPr/>
      <dgm:t>
        <a:bodyPr/>
        <a:lstStyle/>
        <a:p>
          <a:endParaRPr lang="pl-PL"/>
        </a:p>
      </dgm:t>
    </dgm:pt>
    <dgm:pt modelId="{D14FDD26-15CF-4C12-9F85-D42AE3054787}" type="sibTrans" cxnId="{2A9F53A0-962C-41F8-A5CA-69AD2602C192}">
      <dgm:prSet/>
      <dgm:spPr/>
      <dgm:t>
        <a:bodyPr/>
        <a:lstStyle/>
        <a:p>
          <a:endParaRPr lang="pl-PL"/>
        </a:p>
      </dgm:t>
    </dgm:pt>
    <dgm:pt modelId="{2AD4BC1F-0CDF-496E-9427-CC4C4E5C0B30}">
      <dgm:prSet phldrT="[Tekst]"/>
      <dgm:spPr/>
      <dgm:t>
        <a:bodyPr/>
        <a:lstStyle/>
        <a:p>
          <a:r>
            <a:rPr lang="pl-PL" dirty="0"/>
            <a:t>Integration</a:t>
          </a:r>
        </a:p>
      </dgm:t>
    </dgm:pt>
    <dgm:pt modelId="{1464032A-22DE-4A9B-88F3-6CD6E5712AE9}" type="parTrans" cxnId="{F1172665-5936-4151-9C4A-40CF01C72DB3}">
      <dgm:prSet/>
      <dgm:spPr/>
      <dgm:t>
        <a:bodyPr/>
        <a:lstStyle/>
        <a:p>
          <a:endParaRPr lang="pl-PL"/>
        </a:p>
      </dgm:t>
    </dgm:pt>
    <dgm:pt modelId="{522716AC-F3BF-4A08-ABAD-7AB8B5C14D9A}" type="sibTrans" cxnId="{F1172665-5936-4151-9C4A-40CF01C72DB3}">
      <dgm:prSet/>
      <dgm:spPr/>
      <dgm:t>
        <a:bodyPr/>
        <a:lstStyle/>
        <a:p>
          <a:endParaRPr lang="pl-PL"/>
        </a:p>
      </dgm:t>
    </dgm:pt>
    <dgm:pt modelId="{29FE4171-F64F-41DC-93F2-83FCE8FDA2CB}">
      <dgm:prSet phldrT="[Tekst]"/>
      <dgm:spPr/>
      <dgm:t>
        <a:bodyPr/>
        <a:lstStyle/>
        <a:p>
          <a:r>
            <a:rPr lang="pl-PL" dirty="0"/>
            <a:t>E2E</a:t>
          </a:r>
        </a:p>
      </dgm:t>
    </dgm:pt>
    <dgm:pt modelId="{50A276BE-E8AE-43FF-92F6-E464EFEC4C36}" type="parTrans" cxnId="{2A1C56F6-E101-4D4C-862C-1889BBA4B10A}">
      <dgm:prSet/>
      <dgm:spPr/>
      <dgm:t>
        <a:bodyPr/>
        <a:lstStyle/>
        <a:p>
          <a:endParaRPr lang="pl-PL"/>
        </a:p>
      </dgm:t>
    </dgm:pt>
    <dgm:pt modelId="{356C4E8D-E869-4DD1-BFF1-359B72085B08}" type="sibTrans" cxnId="{2A1C56F6-E101-4D4C-862C-1889BBA4B10A}">
      <dgm:prSet/>
      <dgm:spPr/>
      <dgm:t>
        <a:bodyPr/>
        <a:lstStyle/>
        <a:p>
          <a:endParaRPr lang="pl-PL"/>
        </a:p>
      </dgm:t>
    </dgm:pt>
    <dgm:pt modelId="{7709F8F7-0591-4854-ABBB-760B1B88DDB3}" type="pres">
      <dgm:prSet presAssocID="{81D2938E-F853-461D-ACDA-5A4F0FD9281C}" presName="CompostProcess" presStyleCnt="0">
        <dgm:presLayoutVars>
          <dgm:dir/>
          <dgm:resizeHandles val="exact"/>
        </dgm:presLayoutVars>
      </dgm:prSet>
      <dgm:spPr/>
    </dgm:pt>
    <dgm:pt modelId="{91CC26A8-6B28-41FD-8C31-088167880BD1}" type="pres">
      <dgm:prSet presAssocID="{81D2938E-F853-461D-ACDA-5A4F0FD9281C}" presName="arrow" presStyleLbl="bgShp" presStyleIdx="0" presStyleCnt="1"/>
      <dgm:spPr/>
    </dgm:pt>
    <dgm:pt modelId="{80FAF7E4-DD3F-4934-A768-E885DC9FB73E}" type="pres">
      <dgm:prSet presAssocID="{81D2938E-F853-461D-ACDA-5A4F0FD9281C}" presName="linearProcess" presStyleCnt="0"/>
      <dgm:spPr/>
    </dgm:pt>
    <dgm:pt modelId="{FB873181-1C7B-49BE-BEB6-7838864E1E1F}" type="pres">
      <dgm:prSet presAssocID="{6F8EF7A0-1AC1-4509-87F3-AD31C5D24F3D}" presName="textNode" presStyleLbl="node1" presStyleIdx="0" presStyleCnt="4">
        <dgm:presLayoutVars>
          <dgm:bulletEnabled val="1"/>
        </dgm:presLayoutVars>
      </dgm:prSet>
      <dgm:spPr/>
    </dgm:pt>
    <dgm:pt modelId="{77184A68-21F3-4E30-A91D-1DA39DEEC490}" type="pres">
      <dgm:prSet presAssocID="{FC7214CE-0E05-4B3F-AFC4-7C9FEE5D57D2}" presName="sibTrans" presStyleCnt="0"/>
      <dgm:spPr/>
    </dgm:pt>
    <dgm:pt modelId="{2E4FF1A7-630D-4F4A-83DE-574BD079D2D6}" type="pres">
      <dgm:prSet presAssocID="{3C869C86-14E2-4783-A1FD-437D774EE4C9}" presName="textNode" presStyleLbl="node1" presStyleIdx="1" presStyleCnt="4">
        <dgm:presLayoutVars>
          <dgm:bulletEnabled val="1"/>
        </dgm:presLayoutVars>
      </dgm:prSet>
      <dgm:spPr/>
    </dgm:pt>
    <dgm:pt modelId="{436057FA-347F-4AE7-A1B1-C946D367C56C}" type="pres">
      <dgm:prSet presAssocID="{D14FDD26-15CF-4C12-9F85-D42AE3054787}" presName="sibTrans" presStyleCnt="0"/>
      <dgm:spPr/>
    </dgm:pt>
    <dgm:pt modelId="{CF8F9A8A-9965-4FFB-B783-A2444114778E}" type="pres">
      <dgm:prSet presAssocID="{2AD4BC1F-0CDF-496E-9427-CC4C4E5C0B30}" presName="textNode" presStyleLbl="node1" presStyleIdx="2" presStyleCnt="4">
        <dgm:presLayoutVars>
          <dgm:bulletEnabled val="1"/>
        </dgm:presLayoutVars>
      </dgm:prSet>
      <dgm:spPr/>
    </dgm:pt>
    <dgm:pt modelId="{EE87EE43-3AF0-4298-B7F0-7D3AB84A8773}" type="pres">
      <dgm:prSet presAssocID="{522716AC-F3BF-4A08-ABAD-7AB8B5C14D9A}" presName="sibTrans" presStyleCnt="0"/>
      <dgm:spPr/>
    </dgm:pt>
    <dgm:pt modelId="{7F46046F-0C26-4BBD-BA70-1C566B68D911}" type="pres">
      <dgm:prSet presAssocID="{29FE4171-F64F-41DC-93F2-83FCE8FDA2CB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1172665-5936-4151-9C4A-40CF01C72DB3}" srcId="{81D2938E-F853-461D-ACDA-5A4F0FD9281C}" destId="{2AD4BC1F-0CDF-496E-9427-CC4C4E5C0B30}" srcOrd="2" destOrd="0" parTransId="{1464032A-22DE-4A9B-88F3-6CD6E5712AE9}" sibTransId="{522716AC-F3BF-4A08-ABAD-7AB8B5C14D9A}"/>
    <dgm:cxn modelId="{4B99E368-732D-49C8-9A08-CF49C6663571}" type="presOf" srcId="{81D2938E-F853-461D-ACDA-5A4F0FD9281C}" destId="{7709F8F7-0591-4854-ABBB-760B1B88DDB3}" srcOrd="0" destOrd="0" presId="urn:microsoft.com/office/officeart/2005/8/layout/hProcess9"/>
    <dgm:cxn modelId="{38056A6B-5982-46CE-AE59-D64AAEB41663}" type="presOf" srcId="{29FE4171-F64F-41DC-93F2-83FCE8FDA2CB}" destId="{7F46046F-0C26-4BBD-BA70-1C566B68D911}" srcOrd="0" destOrd="0" presId="urn:microsoft.com/office/officeart/2005/8/layout/hProcess9"/>
    <dgm:cxn modelId="{9225686E-8A7D-4D79-B8F2-8D54F8E5EFF8}" type="presOf" srcId="{3C869C86-14E2-4783-A1FD-437D774EE4C9}" destId="{2E4FF1A7-630D-4F4A-83DE-574BD079D2D6}" srcOrd="0" destOrd="0" presId="urn:microsoft.com/office/officeart/2005/8/layout/hProcess9"/>
    <dgm:cxn modelId="{1528FA73-067F-4A4C-BA4B-4C75F86A5E3B}" type="presOf" srcId="{2AD4BC1F-0CDF-496E-9427-CC4C4E5C0B30}" destId="{CF8F9A8A-9965-4FFB-B783-A2444114778E}" srcOrd="0" destOrd="0" presId="urn:microsoft.com/office/officeart/2005/8/layout/hProcess9"/>
    <dgm:cxn modelId="{2A9F53A0-962C-41F8-A5CA-69AD2602C192}" srcId="{81D2938E-F853-461D-ACDA-5A4F0FD9281C}" destId="{3C869C86-14E2-4783-A1FD-437D774EE4C9}" srcOrd="1" destOrd="0" parTransId="{B0F43DA6-9E37-47C8-9F5D-29E1F68A306C}" sibTransId="{D14FDD26-15CF-4C12-9F85-D42AE3054787}"/>
    <dgm:cxn modelId="{A6EC24C3-D959-4E52-9F89-702CAA3DBE42}" type="presOf" srcId="{6F8EF7A0-1AC1-4509-87F3-AD31C5D24F3D}" destId="{FB873181-1C7B-49BE-BEB6-7838864E1E1F}" srcOrd="0" destOrd="0" presId="urn:microsoft.com/office/officeart/2005/8/layout/hProcess9"/>
    <dgm:cxn modelId="{9FB6D0E8-2A3B-4F0D-8A60-74DC40E5E156}" srcId="{81D2938E-F853-461D-ACDA-5A4F0FD9281C}" destId="{6F8EF7A0-1AC1-4509-87F3-AD31C5D24F3D}" srcOrd="0" destOrd="0" parTransId="{1B663850-81C4-4B2B-AA78-388C3C54FA64}" sibTransId="{FC7214CE-0E05-4B3F-AFC4-7C9FEE5D57D2}"/>
    <dgm:cxn modelId="{2A1C56F6-E101-4D4C-862C-1889BBA4B10A}" srcId="{81D2938E-F853-461D-ACDA-5A4F0FD9281C}" destId="{29FE4171-F64F-41DC-93F2-83FCE8FDA2CB}" srcOrd="3" destOrd="0" parTransId="{50A276BE-E8AE-43FF-92F6-E464EFEC4C36}" sibTransId="{356C4E8D-E869-4DD1-BFF1-359B72085B08}"/>
    <dgm:cxn modelId="{034C9388-5033-4AF8-BB74-72A04440ADBA}" type="presParOf" srcId="{7709F8F7-0591-4854-ABBB-760B1B88DDB3}" destId="{91CC26A8-6B28-41FD-8C31-088167880BD1}" srcOrd="0" destOrd="0" presId="urn:microsoft.com/office/officeart/2005/8/layout/hProcess9"/>
    <dgm:cxn modelId="{E01D1A5A-9F2E-476A-A955-2B2EFF588A40}" type="presParOf" srcId="{7709F8F7-0591-4854-ABBB-760B1B88DDB3}" destId="{80FAF7E4-DD3F-4934-A768-E885DC9FB73E}" srcOrd="1" destOrd="0" presId="urn:microsoft.com/office/officeart/2005/8/layout/hProcess9"/>
    <dgm:cxn modelId="{A802CBC3-4DCE-4301-AEFB-4EE3E7763CFF}" type="presParOf" srcId="{80FAF7E4-DD3F-4934-A768-E885DC9FB73E}" destId="{FB873181-1C7B-49BE-BEB6-7838864E1E1F}" srcOrd="0" destOrd="0" presId="urn:microsoft.com/office/officeart/2005/8/layout/hProcess9"/>
    <dgm:cxn modelId="{EC6F0261-1864-4061-A948-6212163D14A1}" type="presParOf" srcId="{80FAF7E4-DD3F-4934-A768-E885DC9FB73E}" destId="{77184A68-21F3-4E30-A91D-1DA39DEEC490}" srcOrd="1" destOrd="0" presId="urn:microsoft.com/office/officeart/2005/8/layout/hProcess9"/>
    <dgm:cxn modelId="{5BA3848F-DE2B-4FAB-9A36-F550E9CE15AC}" type="presParOf" srcId="{80FAF7E4-DD3F-4934-A768-E885DC9FB73E}" destId="{2E4FF1A7-630D-4F4A-83DE-574BD079D2D6}" srcOrd="2" destOrd="0" presId="urn:microsoft.com/office/officeart/2005/8/layout/hProcess9"/>
    <dgm:cxn modelId="{C8DB1763-97A0-433F-8817-941EA95CBE0C}" type="presParOf" srcId="{80FAF7E4-DD3F-4934-A768-E885DC9FB73E}" destId="{436057FA-347F-4AE7-A1B1-C946D367C56C}" srcOrd="3" destOrd="0" presId="urn:microsoft.com/office/officeart/2005/8/layout/hProcess9"/>
    <dgm:cxn modelId="{78A5BC01-6C77-41AA-8595-D6860E958DFC}" type="presParOf" srcId="{80FAF7E4-DD3F-4934-A768-E885DC9FB73E}" destId="{CF8F9A8A-9965-4FFB-B783-A2444114778E}" srcOrd="4" destOrd="0" presId="urn:microsoft.com/office/officeart/2005/8/layout/hProcess9"/>
    <dgm:cxn modelId="{BC394CBE-08CE-4768-BDB0-2F79C00DFF73}" type="presParOf" srcId="{80FAF7E4-DD3F-4934-A768-E885DC9FB73E}" destId="{EE87EE43-3AF0-4298-B7F0-7D3AB84A8773}" srcOrd="5" destOrd="0" presId="urn:microsoft.com/office/officeart/2005/8/layout/hProcess9"/>
    <dgm:cxn modelId="{357DD9B6-4644-47D1-9B1D-40F9FDFAD439}" type="presParOf" srcId="{80FAF7E4-DD3F-4934-A768-E885DC9FB73E}" destId="{7F46046F-0C26-4BBD-BA70-1C566B68D91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6DAC9C-6DB0-417C-A76D-5197182569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A36333F-917B-4E8D-95BC-EFF26D33904E}">
      <dgm:prSet/>
      <dgm:spPr/>
      <dgm:t>
        <a:bodyPr/>
        <a:lstStyle/>
        <a:p>
          <a:r>
            <a:rPr lang="pl-PL"/>
            <a:t>Run tests</a:t>
          </a:r>
          <a:endParaRPr lang="en-US"/>
        </a:p>
      </dgm:t>
    </dgm:pt>
    <dgm:pt modelId="{9B06CE35-BF0C-4398-9F26-58DE79123702}" type="parTrans" cxnId="{A3801856-96E1-4E6D-95AB-C95DB5BBC4EF}">
      <dgm:prSet/>
      <dgm:spPr/>
      <dgm:t>
        <a:bodyPr/>
        <a:lstStyle/>
        <a:p>
          <a:endParaRPr lang="en-US"/>
        </a:p>
      </dgm:t>
    </dgm:pt>
    <dgm:pt modelId="{17D14348-4725-4E29-ABCE-D4B91563D4B4}" type="sibTrans" cxnId="{A3801856-96E1-4E6D-95AB-C95DB5BBC4EF}">
      <dgm:prSet/>
      <dgm:spPr/>
      <dgm:t>
        <a:bodyPr/>
        <a:lstStyle/>
        <a:p>
          <a:endParaRPr lang="en-US"/>
        </a:p>
      </dgm:t>
    </dgm:pt>
    <dgm:pt modelId="{452DF1CA-A27B-4881-A2C1-1BBB57929FB9}">
      <dgm:prSet/>
      <dgm:spPr/>
      <dgm:t>
        <a:bodyPr/>
        <a:lstStyle/>
        <a:p>
          <a:r>
            <a:rPr lang="pl-PL"/>
            <a:t>Run with schedule</a:t>
          </a:r>
          <a:endParaRPr lang="en-US"/>
        </a:p>
      </dgm:t>
    </dgm:pt>
    <dgm:pt modelId="{12F32973-E01A-439C-97FB-869C05643FF9}" type="parTrans" cxnId="{90883376-6B7B-4206-9AD6-DCF83ADA6B2F}">
      <dgm:prSet/>
      <dgm:spPr/>
      <dgm:t>
        <a:bodyPr/>
        <a:lstStyle/>
        <a:p>
          <a:endParaRPr lang="en-US"/>
        </a:p>
      </dgm:t>
    </dgm:pt>
    <dgm:pt modelId="{2B6CE441-0ABB-42E5-A63B-5B70C74A0B66}" type="sibTrans" cxnId="{90883376-6B7B-4206-9AD6-DCF83ADA6B2F}">
      <dgm:prSet/>
      <dgm:spPr/>
      <dgm:t>
        <a:bodyPr/>
        <a:lstStyle/>
        <a:p>
          <a:endParaRPr lang="en-US"/>
        </a:p>
      </dgm:t>
    </dgm:pt>
    <dgm:pt modelId="{932558AB-A1F2-49FA-960C-0B523196D09D}">
      <dgm:prSet/>
      <dgm:spPr/>
      <dgm:t>
        <a:bodyPr/>
        <a:lstStyle/>
        <a:p>
          <a:r>
            <a:rPr lang="pl-PL"/>
            <a:t>Cross browser testing</a:t>
          </a:r>
          <a:endParaRPr lang="en-US"/>
        </a:p>
      </dgm:t>
    </dgm:pt>
    <dgm:pt modelId="{E2205072-F864-4976-8CB6-73AB336A33D7}" type="parTrans" cxnId="{BC2B6D43-6ABD-4333-8B6D-50BB85B3A8AC}">
      <dgm:prSet/>
      <dgm:spPr/>
      <dgm:t>
        <a:bodyPr/>
        <a:lstStyle/>
        <a:p>
          <a:endParaRPr lang="en-US"/>
        </a:p>
      </dgm:t>
    </dgm:pt>
    <dgm:pt modelId="{EDACF9EB-5E9F-40F0-95F8-8158EB23D290}" type="sibTrans" cxnId="{BC2B6D43-6ABD-4333-8B6D-50BB85B3A8AC}">
      <dgm:prSet/>
      <dgm:spPr/>
      <dgm:t>
        <a:bodyPr/>
        <a:lstStyle/>
        <a:p>
          <a:endParaRPr lang="en-US"/>
        </a:p>
      </dgm:t>
    </dgm:pt>
    <dgm:pt modelId="{3BEA1C53-F1CC-49AC-84EC-59E2535F10B2}">
      <dgm:prSet/>
      <dgm:spPr/>
      <dgm:t>
        <a:bodyPr/>
        <a:lstStyle/>
        <a:p>
          <a:r>
            <a:rPr lang="pl-PL"/>
            <a:t>Reporting</a:t>
          </a:r>
          <a:endParaRPr lang="en-US"/>
        </a:p>
      </dgm:t>
    </dgm:pt>
    <dgm:pt modelId="{5F75DBC1-36A9-4694-A980-2B6B546A22C5}" type="parTrans" cxnId="{907AFC3D-EE94-4098-8290-6EB95D2D52A8}">
      <dgm:prSet/>
      <dgm:spPr/>
      <dgm:t>
        <a:bodyPr/>
        <a:lstStyle/>
        <a:p>
          <a:endParaRPr lang="en-US"/>
        </a:p>
      </dgm:t>
    </dgm:pt>
    <dgm:pt modelId="{896E8C21-3FD3-415A-A7D5-022314EE786A}" type="sibTrans" cxnId="{907AFC3D-EE94-4098-8290-6EB95D2D52A8}">
      <dgm:prSet/>
      <dgm:spPr/>
      <dgm:t>
        <a:bodyPr/>
        <a:lstStyle/>
        <a:p>
          <a:endParaRPr lang="en-US"/>
        </a:p>
      </dgm:t>
    </dgm:pt>
    <dgm:pt modelId="{3B0A36F8-5A91-499F-BF76-A09814381A08}">
      <dgm:prSet/>
      <dgm:spPr/>
      <dgm:t>
        <a:bodyPr/>
        <a:lstStyle/>
        <a:p>
          <a:r>
            <a:rPr lang="pl-PL"/>
            <a:t>Archiving reports </a:t>
          </a:r>
          <a:endParaRPr lang="en-US"/>
        </a:p>
      </dgm:t>
    </dgm:pt>
    <dgm:pt modelId="{066984B9-34FC-4B90-9155-4529C060926C}" type="parTrans" cxnId="{146EB876-F03D-45EB-BE21-0EAEF3F9E363}">
      <dgm:prSet/>
      <dgm:spPr/>
      <dgm:t>
        <a:bodyPr/>
        <a:lstStyle/>
        <a:p>
          <a:endParaRPr lang="en-US"/>
        </a:p>
      </dgm:t>
    </dgm:pt>
    <dgm:pt modelId="{762BCE9A-F6DB-4B17-90CC-C41C70DABAEE}" type="sibTrans" cxnId="{146EB876-F03D-45EB-BE21-0EAEF3F9E363}">
      <dgm:prSet/>
      <dgm:spPr/>
      <dgm:t>
        <a:bodyPr/>
        <a:lstStyle/>
        <a:p>
          <a:endParaRPr lang="en-US"/>
        </a:p>
      </dgm:t>
    </dgm:pt>
    <dgm:pt modelId="{53F64FAD-47DF-4D88-B7E0-9C08D821D47F}">
      <dgm:prSet/>
      <dgm:spPr/>
      <dgm:t>
        <a:bodyPr/>
        <a:lstStyle/>
        <a:p>
          <a:r>
            <a:rPr lang="pl-PL"/>
            <a:t>Run in paraller</a:t>
          </a:r>
          <a:endParaRPr lang="en-US"/>
        </a:p>
      </dgm:t>
    </dgm:pt>
    <dgm:pt modelId="{52BCF1BF-C55B-4247-85C6-D7FE5720001D}" type="parTrans" cxnId="{E819BEEC-6E7E-41F3-A6A9-9A1E1B2F8310}">
      <dgm:prSet/>
      <dgm:spPr/>
      <dgm:t>
        <a:bodyPr/>
        <a:lstStyle/>
        <a:p>
          <a:endParaRPr lang="pl-PL"/>
        </a:p>
      </dgm:t>
    </dgm:pt>
    <dgm:pt modelId="{4AB9339C-CC07-447E-8C1D-A59C800217E7}" type="sibTrans" cxnId="{E819BEEC-6E7E-41F3-A6A9-9A1E1B2F8310}">
      <dgm:prSet/>
      <dgm:spPr/>
      <dgm:t>
        <a:bodyPr/>
        <a:lstStyle/>
        <a:p>
          <a:endParaRPr lang="pl-PL"/>
        </a:p>
      </dgm:t>
    </dgm:pt>
    <dgm:pt modelId="{2A6829ED-4F77-4CA1-A987-D26A6B0CB2E4}">
      <dgm:prSet/>
      <dgm:spPr/>
      <dgm:t>
        <a:bodyPr/>
        <a:lstStyle/>
        <a:p>
          <a:r>
            <a:rPr lang="pl-PL"/>
            <a:t>Tests independecies</a:t>
          </a:r>
        </a:p>
      </dgm:t>
    </dgm:pt>
    <dgm:pt modelId="{CFAD3F5E-3F8D-438F-BB17-748625C37E19}" type="parTrans" cxnId="{005D98C5-427A-48A8-A239-8C40349FDB0F}">
      <dgm:prSet/>
      <dgm:spPr/>
      <dgm:t>
        <a:bodyPr/>
        <a:lstStyle/>
        <a:p>
          <a:endParaRPr lang="pl-PL"/>
        </a:p>
      </dgm:t>
    </dgm:pt>
    <dgm:pt modelId="{E3A73D8D-B099-4401-9254-F9F7969DF452}" type="sibTrans" cxnId="{005D98C5-427A-48A8-A239-8C40349FDB0F}">
      <dgm:prSet/>
      <dgm:spPr/>
      <dgm:t>
        <a:bodyPr/>
        <a:lstStyle/>
        <a:p>
          <a:endParaRPr lang="pl-PL"/>
        </a:p>
      </dgm:t>
    </dgm:pt>
    <dgm:pt modelId="{D7B0137C-D9A2-421E-8CCC-19677EF276D9}">
      <dgm:prSet/>
      <dgm:spPr/>
      <dgm:t>
        <a:bodyPr/>
        <a:lstStyle/>
        <a:p>
          <a:r>
            <a:rPr lang="pl-PL"/>
            <a:t>Sensitive data managment</a:t>
          </a:r>
        </a:p>
      </dgm:t>
    </dgm:pt>
    <dgm:pt modelId="{D90FD3BC-030D-4A6E-809F-93C2BAC70B96}" type="parTrans" cxnId="{190BB572-A8DC-438A-8A88-FED30F476187}">
      <dgm:prSet/>
      <dgm:spPr/>
      <dgm:t>
        <a:bodyPr/>
        <a:lstStyle/>
        <a:p>
          <a:endParaRPr lang="pl-PL"/>
        </a:p>
      </dgm:t>
    </dgm:pt>
    <dgm:pt modelId="{D797C2EC-8B6E-4443-B5B8-732DFBD1B1B8}" type="sibTrans" cxnId="{190BB572-A8DC-438A-8A88-FED30F476187}">
      <dgm:prSet/>
      <dgm:spPr/>
      <dgm:t>
        <a:bodyPr/>
        <a:lstStyle/>
        <a:p>
          <a:endParaRPr lang="pl-PL"/>
        </a:p>
      </dgm:t>
    </dgm:pt>
    <dgm:pt modelId="{D632BAC7-3113-4A18-8127-78F8DB8C988F}">
      <dgm:prSet/>
      <dgm:spPr/>
      <dgm:t>
        <a:bodyPr/>
        <a:lstStyle/>
        <a:p>
          <a:r>
            <a:rPr lang="pl-PL"/>
            <a:t>Shorten execution time</a:t>
          </a:r>
        </a:p>
      </dgm:t>
    </dgm:pt>
    <dgm:pt modelId="{2E8F0A42-42E4-4485-B55F-9A222B2DE924}" type="parTrans" cxnId="{5338B468-A97A-4C21-A183-B3368DCF9EE1}">
      <dgm:prSet/>
      <dgm:spPr/>
      <dgm:t>
        <a:bodyPr/>
        <a:lstStyle/>
        <a:p>
          <a:endParaRPr lang="pl-PL"/>
        </a:p>
      </dgm:t>
    </dgm:pt>
    <dgm:pt modelId="{972A85A9-A023-4048-B642-7503DF4C18A9}" type="sibTrans" cxnId="{5338B468-A97A-4C21-A183-B3368DCF9EE1}">
      <dgm:prSet/>
      <dgm:spPr/>
      <dgm:t>
        <a:bodyPr/>
        <a:lstStyle/>
        <a:p>
          <a:endParaRPr lang="pl-PL"/>
        </a:p>
      </dgm:t>
    </dgm:pt>
    <dgm:pt modelId="{6C28F7D3-0C5D-468C-AC56-89E97A1A2A4B}">
      <dgm:prSet/>
      <dgm:spPr/>
      <dgm:t>
        <a:bodyPr/>
        <a:lstStyle/>
        <a:p>
          <a:r>
            <a:rPr lang="pl-PL"/>
            <a:t>API Testing </a:t>
          </a:r>
        </a:p>
      </dgm:t>
    </dgm:pt>
    <dgm:pt modelId="{AE6B391A-E294-4EFC-9C9F-DE43030982BD}" type="parTrans" cxnId="{C476A736-B1EB-49D7-96CE-6305E3AB5BCD}">
      <dgm:prSet/>
      <dgm:spPr/>
      <dgm:t>
        <a:bodyPr/>
        <a:lstStyle/>
        <a:p>
          <a:endParaRPr lang="pl-PL"/>
        </a:p>
      </dgm:t>
    </dgm:pt>
    <dgm:pt modelId="{30A59B10-2E30-4191-8E2B-A786A3B160AC}" type="sibTrans" cxnId="{C476A736-B1EB-49D7-96CE-6305E3AB5BCD}">
      <dgm:prSet/>
      <dgm:spPr/>
      <dgm:t>
        <a:bodyPr/>
        <a:lstStyle/>
        <a:p>
          <a:endParaRPr lang="pl-PL"/>
        </a:p>
      </dgm:t>
    </dgm:pt>
    <dgm:pt modelId="{93E40CBC-F142-443F-AFF7-760B58BE3C1B}" type="pres">
      <dgm:prSet presAssocID="{DD6DAC9C-6DB0-417C-A76D-5197182569D6}" presName="root" presStyleCnt="0">
        <dgm:presLayoutVars>
          <dgm:dir/>
          <dgm:resizeHandles val="exact"/>
        </dgm:presLayoutVars>
      </dgm:prSet>
      <dgm:spPr/>
    </dgm:pt>
    <dgm:pt modelId="{486A32BD-61ED-401C-96E6-7E075263EF52}" type="pres">
      <dgm:prSet presAssocID="{3A36333F-917B-4E8D-95BC-EFF26D33904E}" presName="compNode" presStyleCnt="0"/>
      <dgm:spPr/>
    </dgm:pt>
    <dgm:pt modelId="{7BA20E82-58FE-4C02-A006-BE1EE04019FF}" type="pres">
      <dgm:prSet presAssocID="{3A36333F-917B-4E8D-95BC-EFF26D33904E}" presName="iconRect" presStyleLbl="node1" presStyleIdx="0" presStyleCnt="1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ieta"/>
        </a:ext>
      </dgm:extLst>
    </dgm:pt>
    <dgm:pt modelId="{33F3BA4A-EBC5-498B-803A-D0BF27D62E77}" type="pres">
      <dgm:prSet presAssocID="{3A36333F-917B-4E8D-95BC-EFF26D33904E}" presName="spaceRect" presStyleCnt="0"/>
      <dgm:spPr/>
    </dgm:pt>
    <dgm:pt modelId="{4D958C3C-5BF6-4F64-9E93-83900E9FEE58}" type="pres">
      <dgm:prSet presAssocID="{3A36333F-917B-4E8D-95BC-EFF26D33904E}" presName="textRect" presStyleLbl="revTx" presStyleIdx="0" presStyleCnt="10">
        <dgm:presLayoutVars>
          <dgm:chMax val="1"/>
          <dgm:chPref val="1"/>
        </dgm:presLayoutVars>
      </dgm:prSet>
      <dgm:spPr/>
    </dgm:pt>
    <dgm:pt modelId="{0D4EB4EF-99B3-41F2-8F26-122A8C60D7EA}" type="pres">
      <dgm:prSet presAssocID="{17D14348-4725-4E29-ABCE-D4B91563D4B4}" presName="sibTrans" presStyleCnt="0"/>
      <dgm:spPr/>
    </dgm:pt>
    <dgm:pt modelId="{D5ECFA1C-1D55-4C3A-BE6D-041E8223ACAC}" type="pres">
      <dgm:prSet presAssocID="{452DF1CA-A27B-4881-A2C1-1BBB57929FB9}" presName="compNode" presStyleCnt="0"/>
      <dgm:spPr/>
    </dgm:pt>
    <dgm:pt modelId="{CEF92B20-A048-4FCD-A719-5EDB5DC44697}" type="pres">
      <dgm:prSet presAssocID="{452DF1CA-A27B-4881-A2C1-1BBB57929FB9}" presName="iconRect" presStyleLbl="node1" presStyleIdx="1" presStyleCnt="1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233F6B3B-75AB-4606-929C-9CC4EDF682CD}" type="pres">
      <dgm:prSet presAssocID="{452DF1CA-A27B-4881-A2C1-1BBB57929FB9}" presName="spaceRect" presStyleCnt="0"/>
      <dgm:spPr/>
    </dgm:pt>
    <dgm:pt modelId="{D8E7F4A0-0C37-404A-A345-0C0150A84887}" type="pres">
      <dgm:prSet presAssocID="{452DF1CA-A27B-4881-A2C1-1BBB57929FB9}" presName="textRect" presStyleLbl="revTx" presStyleIdx="1" presStyleCnt="10">
        <dgm:presLayoutVars>
          <dgm:chMax val="1"/>
          <dgm:chPref val="1"/>
        </dgm:presLayoutVars>
      </dgm:prSet>
      <dgm:spPr/>
    </dgm:pt>
    <dgm:pt modelId="{0988A47F-86D9-4247-9599-9583F15F6EA3}" type="pres">
      <dgm:prSet presAssocID="{2B6CE441-0ABB-42E5-A63B-5B70C74A0B66}" presName="sibTrans" presStyleCnt="0"/>
      <dgm:spPr/>
    </dgm:pt>
    <dgm:pt modelId="{31742756-2AD7-49D6-8AFC-3A424F9BEE76}" type="pres">
      <dgm:prSet presAssocID="{932558AB-A1F2-49FA-960C-0B523196D09D}" presName="compNode" presStyleCnt="0"/>
      <dgm:spPr/>
    </dgm:pt>
    <dgm:pt modelId="{19A04B13-C781-42CF-A271-667774C1FCD5}" type="pres">
      <dgm:prSet presAssocID="{932558AB-A1F2-49FA-960C-0B523196D09D}" presName="iconRect" presStyleLbl="node1" presStyleIdx="2" presStyleCnt="1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75FB04F-0A13-4876-8747-22D40FED435F}" type="pres">
      <dgm:prSet presAssocID="{932558AB-A1F2-49FA-960C-0B523196D09D}" presName="spaceRect" presStyleCnt="0"/>
      <dgm:spPr/>
    </dgm:pt>
    <dgm:pt modelId="{E955FFC0-975C-4458-A886-9441EF309E0E}" type="pres">
      <dgm:prSet presAssocID="{932558AB-A1F2-49FA-960C-0B523196D09D}" presName="textRect" presStyleLbl="revTx" presStyleIdx="2" presStyleCnt="10">
        <dgm:presLayoutVars>
          <dgm:chMax val="1"/>
          <dgm:chPref val="1"/>
        </dgm:presLayoutVars>
      </dgm:prSet>
      <dgm:spPr/>
    </dgm:pt>
    <dgm:pt modelId="{CB5EDDC5-9BE1-4519-AF46-ACB85D9DB65B}" type="pres">
      <dgm:prSet presAssocID="{EDACF9EB-5E9F-40F0-95F8-8158EB23D290}" presName="sibTrans" presStyleCnt="0"/>
      <dgm:spPr/>
    </dgm:pt>
    <dgm:pt modelId="{66D15840-2DD7-4873-8279-26A609516ECC}" type="pres">
      <dgm:prSet presAssocID="{3BEA1C53-F1CC-49AC-84EC-59E2535F10B2}" presName="compNode" presStyleCnt="0"/>
      <dgm:spPr/>
    </dgm:pt>
    <dgm:pt modelId="{0594A620-D3E6-4760-B115-D16454FED690}" type="pres">
      <dgm:prSet presAssocID="{3BEA1C53-F1CC-49AC-84EC-59E2535F10B2}" presName="iconRect" presStyleLbl="node1" presStyleIdx="3" presStyleCnt="1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D0A232E-D1B4-474D-B69B-8A4CD1DEE470}" type="pres">
      <dgm:prSet presAssocID="{3BEA1C53-F1CC-49AC-84EC-59E2535F10B2}" presName="spaceRect" presStyleCnt="0"/>
      <dgm:spPr/>
    </dgm:pt>
    <dgm:pt modelId="{EFDBF064-6F6C-4A12-9913-1C367C3ED1AD}" type="pres">
      <dgm:prSet presAssocID="{3BEA1C53-F1CC-49AC-84EC-59E2535F10B2}" presName="textRect" presStyleLbl="revTx" presStyleIdx="3" presStyleCnt="10">
        <dgm:presLayoutVars>
          <dgm:chMax val="1"/>
          <dgm:chPref val="1"/>
        </dgm:presLayoutVars>
      </dgm:prSet>
      <dgm:spPr/>
    </dgm:pt>
    <dgm:pt modelId="{EAA14ADE-410C-4F24-BF44-FBE02BE4EC5B}" type="pres">
      <dgm:prSet presAssocID="{896E8C21-3FD3-415A-A7D5-022314EE786A}" presName="sibTrans" presStyleCnt="0"/>
      <dgm:spPr/>
    </dgm:pt>
    <dgm:pt modelId="{EEE08E10-8147-495C-A5D4-4C7658D2EBD9}" type="pres">
      <dgm:prSet presAssocID="{3B0A36F8-5A91-499F-BF76-A09814381A08}" presName="compNode" presStyleCnt="0"/>
      <dgm:spPr/>
    </dgm:pt>
    <dgm:pt modelId="{6C99FE82-9E1D-4B3C-AEE3-A71AACE6B706}" type="pres">
      <dgm:prSet presAssocID="{3B0A36F8-5A91-499F-BF76-A09814381A08}" presName="iconRect" presStyleLbl="node1" presStyleIdx="4" presStyleCnt="10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67F33D19-ABDD-4065-B185-0D808B8A3ED5}" type="pres">
      <dgm:prSet presAssocID="{3B0A36F8-5A91-499F-BF76-A09814381A08}" presName="spaceRect" presStyleCnt="0"/>
      <dgm:spPr/>
    </dgm:pt>
    <dgm:pt modelId="{4A2FC3AF-9228-4806-B485-D3AFA2D7075B}" type="pres">
      <dgm:prSet presAssocID="{3B0A36F8-5A91-499F-BF76-A09814381A08}" presName="textRect" presStyleLbl="revTx" presStyleIdx="4" presStyleCnt="10">
        <dgm:presLayoutVars>
          <dgm:chMax val="1"/>
          <dgm:chPref val="1"/>
        </dgm:presLayoutVars>
      </dgm:prSet>
      <dgm:spPr/>
    </dgm:pt>
    <dgm:pt modelId="{5BEB1EA2-41DB-4FB7-97AA-88C2E472D385}" type="pres">
      <dgm:prSet presAssocID="{762BCE9A-F6DB-4B17-90CC-C41C70DABAEE}" presName="sibTrans" presStyleCnt="0"/>
      <dgm:spPr/>
    </dgm:pt>
    <dgm:pt modelId="{EB6274CC-E3A7-4BF3-8133-8FF17B8D3120}" type="pres">
      <dgm:prSet presAssocID="{53F64FAD-47DF-4D88-B7E0-9C08D821D47F}" presName="compNode" presStyleCnt="0"/>
      <dgm:spPr/>
    </dgm:pt>
    <dgm:pt modelId="{800C744C-5084-48C7-9F96-E4E237C763C8}" type="pres">
      <dgm:prSet presAssocID="{53F64FAD-47DF-4D88-B7E0-9C08D821D47F}" presName="iconRect" presStyleLbl="node1" presStyleIdx="5" presStyleCnt="10" custLinFactNeighborX="-58029" custLinFactNeighborY="6003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mdiagram z wypełnieniem pełnym"/>
        </a:ext>
      </dgm:extLst>
    </dgm:pt>
    <dgm:pt modelId="{363BE98A-FB07-4187-8A80-612996DF8B73}" type="pres">
      <dgm:prSet presAssocID="{53F64FAD-47DF-4D88-B7E0-9C08D821D47F}" presName="spaceRect" presStyleCnt="0"/>
      <dgm:spPr/>
    </dgm:pt>
    <dgm:pt modelId="{7EE2D38F-E461-4484-A54C-A66148AA7100}" type="pres">
      <dgm:prSet presAssocID="{53F64FAD-47DF-4D88-B7E0-9C08D821D47F}" presName="textRect" presStyleLbl="revTx" presStyleIdx="5" presStyleCnt="10" custLinFactNeighborX="-21573" custLinFactNeighborY="-5061">
        <dgm:presLayoutVars>
          <dgm:chMax val="1"/>
          <dgm:chPref val="1"/>
        </dgm:presLayoutVars>
      </dgm:prSet>
      <dgm:spPr/>
    </dgm:pt>
    <dgm:pt modelId="{831F7485-9DB5-4A90-B316-124AD9724FBC}" type="pres">
      <dgm:prSet presAssocID="{4AB9339C-CC07-447E-8C1D-A59C800217E7}" presName="sibTrans" presStyleCnt="0"/>
      <dgm:spPr/>
    </dgm:pt>
    <dgm:pt modelId="{9039F636-7790-4F30-B7AB-794C25EE7E1C}" type="pres">
      <dgm:prSet presAssocID="{2A6829ED-4F77-4CA1-A987-D26A6B0CB2E4}" presName="compNode" presStyleCnt="0"/>
      <dgm:spPr/>
    </dgm:pt>
    <dgm:pt modelId="{4F22FC87-0420-4102-8398-3FB0BC91E85E}" type="pres">
      <dgm:prSet presAssocID="{2A6829ED-4F77-4CA1-A987-D26A6B0CB2E4}" presName="iconRect" presStyleLbl="node1" presStyleIdx="6" presStyleCnt="10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t kontur"/>
        </a:ext>
      </dgm:extLst>
    </dgm:pt>
    <dgm:pt modelId="{CBA6A855-ECFD-48B0-B974-F76F1F8786B8}" type="pres">
      <dgm:prSet presAssocID="{2A6829ED-4F77-4CA1-A987-D26A6B0CB2E4}" presName="spaceRect" presStyleCnt="0"/>
      <dgm:spPr/>
    </dgm:pt>
    <dgm:pt modelId="{C58890F2-9C7E-48AC-B948-3AC3818140E0}" type="pres">
      <dgm:prSet presAssocID="{2A6829ED-4F77-4CA1-A987-D26A6B0CB2E4}" presName="textRect" presStyleLbl="revTx" presStyleIdx="6" presStyleCnt="10">
        <dgm:presLayoutVars>
          <dgm:chMax val="1"/>
          <dgm:chPref val="1"/>
        </dgm:presLayoutVars>
      </dgm:prSet>
      <dgm:spPr/>
    </dgm:pt>
    <dgm:pt modelId="{60393349-F5EF-4F1E-8596-C30034A3E64A}" type="pres">
      <dgm:prSet presAssocID="{E3A73D8D-B099-4401-9254-F9F7969DF452}" presName="sibTrans" presStyleCnt="0"/>
      <dgm:spPr/>
    </dgm:pt>
    <dgm:pt modelId="{6CE94AFC-6C1E-433E-AF92-289246B1E0DE}" type="pres">
      <dgm:prSet presAssocID="{D7B0137C-D9A2-421E-8CCC-19677EF276D9}" presName="compNode" presStyleCnt="0"/>
      <dgm:spPr/>
    </dgm:pt>
    <dgm:pt modelId="{33AFC140-7DA1-42F3-9F8F-575C942DFC3B}" type="pres">
      <dgm:prSet presAssocID="{D7B0137C-D9A2-421E-8CCC-19677EF276D9}" presName="iconRect" presStyleLbl="node1" presStyleIdx="7" presStyleCnt="10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 z wypełnieniem pełnym"/>
        </a:ext>
      </dgm:extLst>
    </dgm:pt>
    <dgm:pt modelId="{7C65149A-5093-45EA-8662-4C6030EB240D}" type="pres">
      <dgm:prSet presAssocID="{D7B0137C-D9A2-421E-8CCC-19677EF276D9}" presName="spaceRect" presStyleCnt="0"/>
      <dgm:spPr/>
    </dgm:pt>
    <dgm:pt modelId="{A97CE414-552E-453E-9F36-5EC97A706CE0}" type="pres">
      <dgm:prSet presAssocID="{D7B0137C-D9A2-421E-8CCC-19677EF276D9}" presName="textRect" presStyleLbl="revTx" presStyleIdx="7" presStyleCnt="10">
        <dgm:presLayoutVars>
          <dgm:chMax val="1"/>
          <dgm:chPref val="1"/>
        </dgm:presLayoutVars>
      </dgm:prSet>
      <dgm:spPr/>
    </dgm:pt>
    <dgm:pt modelId="{E489C2B7-BC2C-49BC-A6F7-6E8C795F84FA}" type="pres">
      <dgm:prSet presAssocID="{D797C2EC-8B6E-4443-B5B8-732DFBD1B1B8}" presName="sibTrans" presStyleCnt="0"/>
      <dgm:spPr/>
    </dgm:pt>
    <dgm:pt modelId="{E5775607-B31A-45D0-828E-0CB6041EA773}" type="pres">
      <dgm:prSet presAssocID="{D632BAC7-3113-4A18-8127-78F8DB8C988F}" presName="compNode" presStyleCnt="0"/>
      <dgm:spPr/>
    </dgm:pt>
    <dgm:pt modelId="{B0A37283-A192-429A-883C-1201368913F9}" type="pres">
      <dgm:prSet presAssocID="{D632BAC7-3113-4A18-8127-78F8DB8C988F}" presName="iconRect" presStyleLbl="node1" presStyleIdx="8" presStyleCnt="10"/>
      <dgm:spPr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er z wypełnieniem pełnym"/>
        </a:ext>
      </dgm:extLst>
    </dgm:pt>
    <dgm:pt modelId="{3CAF1D61-96DF-4D6D-AB8A-A97705B288D9}" type="pres">
      <dgm:prSet presAssocID="{D632BAC7-3113-4A18-8127-78F8DB8C988F}" presName="spaceRect" presStyleCnt="0"/>
      <dgm:spPr/>
    </dgm:pt>
    <dgm:pt modelId="{A526ECFD-26AC-4B66-84C6-D3C1D5032694}" type="pres">
      <dgm:prSet presAssocID="{D632BAC7-3113-4A18-8127-78F8DB8C988F}" presName="textRect" presStyleLbl="revTx" presStyleIdx="8" presStyleCnt="10">
        <dgm:presLayoutVars>
          <dgm:chMax val="1"/>
          <dgm:chPref val="1"/>
        </dgm:presLayoutVars>
      </dgm:prSet>
      <dgm:spPr/>
    </dgm:pt>
    <dgm:pt modelId="{AA1F6BA8-415D-448C-8160-7BB44679DD55}" type="pres">
      <dgm:prSet presAssocID="{972A85A9-A023-4048-B642-7503DF4C18A9}" presName="sibTrans" presStyleCnt="0"/>
      <dgm:spPr/>
    </dgm:pt>
    <dgm:pt modelId="{C4EAEC9C-A6E7-40E6-9A39-710D00B5C3E8}" type="pres">
      <dgm:prSet presAssocID="{6C28F7D3-0C5D-468C-AC56-89E97A1A2A4B}" presName="compNode" presStyleCnt="0"/>
      <dgm:spPr/>
    </dgm:pt>
    <dgm:pt modelId="{311E2B80-12C9-4927-B4D9-B391A582DF2D}" type="pres">
      <dgm:prSet presAssocID="{6C28F7D3-0C5D-468C-AC56-89E97A1A2A4B}" presName="iconRect" presStyleLbl="node1" presStyleIdx="9" presStyleCnt="10"/>
      <dgm:spPr>
        <a:blipFill>
          <a:blip xmlns:r="http://schemas.openxmlformats.org/officeDocument/2006/relationships"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tomat z wypełnieniem pełnym"/>
        </a:ext>
      </dgm:extLst>
    </dgm:pt>
    <dgm:pt modelId="{456295E1-9166-4838-9D8B-0B73B264DBA3}" type="pres">
      <dgm:prSet presAssocID="{6C28F7D3-0C5D-468C-AC56-89E97A1A2A4B}" presName="spaceRect" presStyleCnt="0"/>
      <dgm:spPr/>
    </dgm:pt>
    <dgm:pt modelId="{6875E647-5A0D-409B-8CD3-69328C99D018}" type="pres">
      <dgm:prSet presAssocID="{6C28F7D3-0C5D-468C-AC56-89E97A1A2A4B}" presName="textRect" presStyleLbl="revTx" presStyleIdx="9" presStyleCnt="10">
        <dgm:presLayoutVars>
          <dgm:chMax val="1"/>
          <dgm:chPref val="1"/>
        </dgm:presLayoutVars>
      </dgm:prSet>
      <dgm:spPr/>
    </dgm:pt>
  </dgm:ptLst>
  <dgm:cxnLst>
    <dgm:cxn modelId="{C476A736-B1EB-49D7-96CE-6305E3AB5BCD}" srcId="{DD6DAC9C-6DB0-417C-A76D-5197182569D6}" destId="{6C28F7D3-0C5D-468C-AC56-89E97A1A2A4B}" srcOrd="9" destOrd="0" parTransId="{AE6B391A-E294-4EFC-9C9F-DE43030982BD}" sibTransId="{30A59B10-2E30-4191-8E2B-A786A3B160AC}"/>
    <dgm:cxn modelId="{907AFC3D-EE94-4098-8290-6EB95D2D52A8}" srcId="{DD6DAC9C-6DB0-417C-A76D-5197182569D6}" destId="{3BEA1C53-F1CC-49AC-84EC-59E2535F10B2}" srcOrd="3" destOrd="0" parTransId="{5F75DBC1-36A9-4694-A980-2B6B546A22C5}" sibTransId="{896E8C21-3FD3-415A-A7D5-022314EE786A}"/>
    <dgm:cxn modelId="{BC2B6D43-6ABD-4333-8B6D-50BB85B3A8AC}" srcId="{DD6DAC9C-6DB0-417C-A76D-5197182569D6}" destId="{932558AB-A1F2-49FA-960C-0B523196D09D}" srcOrd="2" destOrd="0" parTransId="{E2205072-F864-4976-8CB6-73AB336A33D7}" sibTransId="{EDACF9EB-5E9F-40F0-95F8-8158EB23D290}"/>
    <dgm:cxn modelId="{A3801856-96E1-4E6D-95AB-C95DB5BBC4EF}" srcId="{DD6DAC9C-6DB0-417C-A76D-5197182569D6}" destId="{3A36333F-917B-4E8D-95BC-EFF26D33904E}" srcOrd="0" destOrd="0" parTransId="{9B06CE35-BF0C-4398-9F26-58DE79123702}" sibTransId="{17D14348-4725-4E29-ABCE-D4B91563D4B4}"/>
    <dgm:cxn modelId="{F9731D57-3157-46E5-AF7B-5897092FD0DE}" type="presOf" srcId="{53F64FAD-47DF-4D88-B7E0-9C08D821D47F}" destId="{7EE2D38F-E461-4484-A54C-A66148AA7100}" srcOrd="0" destOrd="0" presId="urn:microsoft.com/office/officeart/2018/2/layout/IconLabelList"/>
    <dgm:cxn modelId="{5338B468-A97A-4C21-A183-B3368DCF9EE1}" srcId="{DD6DAC9C-6DB0-417C-A76D-5197182569D6}" destId="{D632BAC7-3113-4A18-8127-78F8DB8C988F}" srcOrd="8" destOrd="0" parTransId="{2E8F0A42-42E4-4485-B55F-9A222B2DE924}" sibTransId="{972A85A9-A023-4048-B642-7503DF4C18A9}"/>
    <dgm:cxn modelId="{5DCC9370-5161-4762-A7F6-B2C5D4169ECE}" type="presOf" srcId="{3B0A36F8-5A91-499F-BF76-A09814381A08}" destId="{4A2FC3AF-9228-4806-B485-D3AFA2D7075B}" srcOrd="0" destOrd="0" presId="urn:microsoft.com/office/officeart/2018/2/layout/IconLabelList"/>
    <dgm:cxn modelId="{190BB572-A8DC-438A-8A88-FED30F476187}" srcId="{DD6DAC9C-6DB0-417C-A76D-5197182569D6}" destId="{D7B0137C-D9A2-421E-8CCC-19677EF276D9}" srcOrd="7" destOrd="0" parTransId="{D90FD3BC-030D-4A6E-809F-93C2BAC70B96}" sibTransId="{D797C2EC-8B6E-4443-B5B8-732DFBD1B1B8}"/>
    <dgm:cxn modelId="{90883376-6B7B-4206-9AD6-DCF83ADA6B2F}" srcId="{DD6DAC9C-6DB0-417C-A76D-5197182569D6}" destId="{452DF1CA-A27B-4881-A2C1-1BBB57929FB9}" srcOrd="1" destOrd="0" parTransId="{12F32973-E01A-439C-97FB-869C05643FF9}" sibTransId="{2B6CE441-0ABB-42E5-A63B-5B70C74A0B66}"/>
    <dgm:cxn modelId="{146EB876-F03D-45EB-BE21-0EAEF3F9E363}" srcId="{DD6DAC9C-6DB0-417C-A76D-5197182569D6}" destId="{3B0A36F8-5A91-499F-BF76-A09814381A08}" srcOrd="4" destOrd="0" parTransId="{066984B9-34FC-4B90-9155-4529C060926C}" sibTransId="{762BCE9A-F6DB-4B17-90CC-C41C70DABAEE}"/>
    <dgm:cxn modelId="{6C5F919F-DDE7-4BDA-8F38-DB466B4CB286}" type="presOf" srcId="{2A6829ED-4F77-4CA1-A987-D26A6B0CB2E4}" destId="{C58890F2-9C7E-48AC-B948-3AC3818140E0}" srcOrd="0" destOrd="0" presId="urn:microsoft.com/office/officeart/2018/2/layout/IconLabelList"/>
    <dgm:cxn modelId="{021ED1A4-6664-40A2-8E9A-54845413C9DE}" type="presOf" srcId="{3BEA1C53-F1CC-49AC-84EC-59E2535F10B2}" destId="{EFDBF064-6F6C-4A12-9913-1C367C3ED1AD}" srcOrd="0" destOrd="0" presId="urn:microsoft.com/office/officeart/2018/2/layout/IconLabelList"/>
    <dgm:cxn modelId="{EE1C4DB7-1C51-4D9C-B2B4-4E70C5FFE984}" type="presOf" srcId="{452DF1CA-A27B-4881-A2C1-1BBB57929FB9}" destId="{D8E7F4A0-0C37-404A-A345-0C0150A84887}" srcOrd="0" destOrd="0" presId="urn:microsoft.com/office/officeart/2018/2/layout/IconLabelList"/>
    <dgm:cxn modelId="{91B7DEB9-B43F-4424-ABB7-119EBCD39D40}" type="presOf" srcId="{3A36333F-917B-4E8D-95BC-EFF26D33904E}" destId="{4D958C3C-5BF6-4F64-9E93-83900E9FEE58}" srcOrd="0" destOrd="0" presId="urn:microsoft.com/office/officeart/2018/2/layout/IconLabelList"/>
    <dgm:cxn modelId="{005D98C5-427A-48A8-A239-8C40349FDB0F}" srcId="{DD6DAC9C-6DB0-417C-A76D-5197182569D6}" destId="{2A6829ED-4F77-4CA1-A987-D26A6B0CB2E4}" srcOrd="6" destOrd="0" parTransId="{CFAD3F5E-3F8D-438F-BB17-748625C37E19}" sibTransId="{E3A73D8D-B099-4401-9254-F9F7969DF452}"/>
    <dgm:cxn modelId="{767C5BCB-4D70-49DB-BD11-2447B5BA9969}" type="presOf" srcId="{DD6DAC9C-6DB0-417C-A76D-5197182569D6}" destId="{93E40CBC-F142-443F-AFF7-760B58BE3C1B}" srcOrd="0" destOrd="0" presId="urn:microsoft.com/office/officeart/2018/2/layout/IconLabelList"/>
    <dgm:cxn modelId="{330474D9-F67C-43B1-AE1C-FCB59E19EA34}" type="presOf" srcId="{D7B0137C-D9A2-421E-8CCC-19677EF276D9}" destId="{A97CE414-552E-453E-9F36-5EC97A706CE0}" srcOrd="0" destOrd="0" presId="urn:microsoft.com/office/officeart/2018/2/layout/IconLabelList"/>
    <dgm:cxn modelId="{7723EFE6-E9E2-4ADC-A6A4-B964BDA03592}" type="presOf" srcId="{932558AB-A1F2-49FA-960C-0B523196D09D}" destId="{E955FFC0-975C-4458-A886-9441EF309E0E}" srcOrd="0" destOrd="0" presId="urn:microsoft.com/office/officeart/2018/2/layout/IconLabelList"/>
    <dgm:cxn modelId="{562859E8-7AC4-4DCC-A83B-695F290F6FDB}" type="presOf" srcId="{6C28F7D3-0C5D-468C-AC56-89E97A1A2A4B}" destId="{6875E647-5A0D-409B-8CD3-69328C99D018}" srcOrd="0" destOrd="0" presId="urn:microsoft.com/office/officeart/2018/2/layout/IconLabelList"/>
    <dgm:cxn modelId="{873B05EB-09F7-48E6-944D-4996BB25820E}" type="presOf" srcId="{D632BAC7-3113-4A18-8127-78F8DB8C988F}" destId="{A526ECFD-26AC-4B66-84C6-D3C1D5032694}" srcOrd="0" destOrd="0" presId="urn:microsoft.com/office/officeart/2018/2/layout/IconLabelList"/>
    <dgm:cxn modelId="{E819BEEC-6E7E-41F3-A6A9-9A1E1B2F8310}" srcId="{DD6DAC9C-6DB0-417C-A76D-5197182569D6}" destId="{53F64FAD-47DF-4D88-B7E0-9C08D821D47F}" srcOrd="5" destOrd="0" parTransId="{52BCF1BF-C55B-4247-85C6-D7FE5720001D}" sibTransId="{4AB9339C-CC07-447E-8C1D-A59C800217E7}"/>
    <dgm:cxn modelId="{B81C5294-C262-4032-A789-6BEC075CFD43}" type="presParOf" srcId="{93E40CBC-F142-443F-AFF7-760B58BE3C1B}" destId="{486A32BD-61ED-401C-96E6-7E075263EF52}" srcOrd="0" destOrd="0" presId="urn:microsoft.com/office/officeart/2018/2/layout/IconLabelList"/>
    <dgm:cxn modelId="{88EB6205-4450-41E7-945D-9D912BA9F0C3}" type="presParOf" srcId="{486A32BD-61ED-401C-96E6-7E075263EF52}" destId="{7BA20E82-58FE-4C02-A006-BE1EE04019FF}" srcOrd="0" destOrd="0" presId="urn:microsoft.com/office/officeart/2018/2/layout/IconLabelList"/>
    <dgm:cxn modelId="{610E37AE-50AC-483A-AB97-DFAC09379473}" type="presParOf" srcId="{486A32BD-61ED-401C-96E6-7E075263EF52}" destId="{33F3BA4A-EBC5-498B-803A-D0BF27D62E77}" srcOrd="1" destOrd="0" presId="urn:microsoft.com/office/officeart/2018/2/layout/IconLabelList"/>
    <dgm:cxn modelId="{CDEF91BA-8117-420A-909B-B04A778AF230}" type="presParOf" srcId="{486A32BD-61ED-401C-96E6-7E075263EF52}" destId="{4D958C3C-5BF6-4F64-9E93-83900E9FEE58}" srcOrd="2" destOrd="0" presId="urn:microsoft.com/office/officeart/2018/2/layout/IconLabelList"/>
    <dgm:cxn modelId="{8F195138-BCC0-445F-8BC2-59985843C17C}" type="presParOf" srcId="{93E40CBC-F142-443F-AFF7-760B58BE3C1B}" destId="{0D4EB4EF-99B3-41F2-8F26-122A8C60D7EA}" srcOrd="1" destOrd="0" presId="urn:microsoft.com/office/officeart/2018/2/layout/IconLabelList"/>
    <dgm:cxn modelId="{4087389E-3E18-439A-B06B-CE00841AE242}" type="presParOf" srcId="{93E40CBC-F142-443F-AFF7-760B58BE3C1B}" destId="{D5ECFA1C-1D55-4C3A-BE6D-041E8223ACAC}" srcOrd="2" destOrd="0" presId="urn:microsoft.com/office/officeart/2018/2/layout/IconLabelList"/>
    <dgm:cxn modelId="{CAF9C28B-5714-4C69-BB87-C1C65EE9408F}" type="presParOf" srcId="{D5ECFA1C-1D55-4C3A-BE6D-041E8223ACAC}" destId="{CEF92B20-A048-4FCD-A719-5EDB5DC44697}" srcOrd="0" destOrd="0" presId="urn:microsoft.com/office/officeart/2018/2/layout/IconLabelList"/>
    <dgm:cxn modelId="{05C0D277-AE1C-4E1C-9BB1-003F89FC6808}" type="presParOf" srcId="{D5ECFA1C-1D55-4C3A-BE6D-041E8223ACAC}" destId="{233F6B3B-75AB-4606-929C-9CC4EDF682CD}" srcOrd="1" destOrd="0" presId="urn:microsoft.com/office/officeart/2018/2/layout/IconLabelList"/>
    <dgm:cxn modelId="{FBBCD5C6-5B38-4772-8774-ECF773B126B0}" type="presParOf" srcId="{D5ECFA1C-1D55-4C3A-BE6D-041E8223ACAC}" destId="{D8E7F4A0-0C37-404A-A345-0C0150A84887}" srcOrd="2" destOrd="0" presId="urn:microsoft.com/office/officeart/2018/2/layout/IconLabelList"/>
    <dgm:cxn modelId="{AF206387-5228-4213-8EEF-85D0E5602B2E}" type="presParOf" srcId="{93E40CBC-F142-443F-AFF7-760B58BE3C1B}" destId="{0988A47F-86D9-4247-9599-9583F15F6EA3}" srcOrd="3" destOrd="0" presId="urn:microsoft.com/office/officeart/2018/2/layout/IconLabelList"/>
    <dgm:cxn modelId="{AA629D37-6E5C-499D-ADB5-7E504AEF4FC0}" type="presParOf" srcId="{93E40CBC-F142-443F-AFF7-760B58BE3C1B}" destId="{31742756-2AD7-49D6-8AFC-3A424F9BEE76}" srcOrd="4" destOrd="0" presId="urn:microsoft.com/office/officeart/2018/2/layout/IconLabelList"/>
    <dgm:cxn modelId="{2C779BC4-F104-472D-94D0-72BF9EE1FA4C}" type="presParOf" srcId="{31742756-2AD7-49D6-8AFC-3A424F9BEE76}" destId="{19A04B13-C781-42CF-A271-667774C1FCD5}" srcOrd="0" destOrd="0" presId="urn:microsoft.com/office/officeart/2018/2/layout/IconLabelList"/>
    <dgm:cxn modelId="{C7B8DE45-3243-411C-8B8B-D6E54DDA67C8}" type="presParOf" srcId="{31742756-2AD7-49D6-8AFC-3A424F9BEE76}" destId="{B75FB04F-0A13-4876-8747-22D40FED435F}" srcOrd="1" destOrd="0" presId="urn:microsoft.com/office/officeart/2018/2/layout/IconLabelList"/>
    <dgm:cxn modelId="{C5E6BB46-3554-4826-A1E4-3DB5F015DFDC}" type="presParOf" srcId="{31742756-2AD7-49D6-8AFC-3A424F9BEE76}" destId="{E955FFC0-975C-4458-A886-9441EF309E0E}" srcOrd="2" destOrd="0" presId="urn:microsoft.com/office/officeart/2018/2/layout/IconLabelList"/>
    <dgm:cxn modelId="{0DFCC056-BE9C-4903-A7CC-42335301FA7F}" type="presParOf" srcId="{93E40CBC-F142-443F-AFF7-760B58BE3C1B}" destId="{CB5EDDC5-9BE1-4519-AF46-ACB85D9DB65B}" srcOrd="5" destOrd="0" presId="urn:microsoft.com/office/officeart/2018/2/layout/IconLabelList"/>
    <dgm:cxn modelId="{BA1B1F4E-185F-40D4-A6D3-F52BF8514DFC}" type="presParOf" srcId="{93E40CBC-F142-443F-AFF7-760B58BE3C1B}" destId="{66D15840-2DD7-4873-8279-26A609516ECC}" srcOrd="6" destOrd="0" presId="urn:microsoft.com/office/officeart/2018/2/layout/IconLabelList"/>
    <dgm:cxn modelId="{4B517B55-3AC6-4C7F-A419-CB8309AC5179}" type="presParOf" srcId="{66D15840-2DD7-4873-8279-26A609516ECC}" destId="{0594A620-D3E6-4760-B115-D16454FED690}" srcOrd="0" destOrd="0" presId="urn:microsoft.com/office/officeart/2018/2/layout/IconLabelList"/>
    <dgm:cxn modelId="{F5EBA984-63C9-4F62-8CDA-D27DDF7393ED}" type="presParOf" srcId="{66D15840-2DD7-4873-8279-26A609516ECC}" destId="{AD0A232E-D1B4-474D-B69B-8A4CD1DEE470}" srcOrd="1" destOrd="0" presId="urn:microsoft.com/office/officeart/2018/2/layout/IconLabelList"/>
    <dgm:cxn modelId="{BF7A56C0-FAC1-462B-A573-5A5D05C1DD22}" type="presParOf" srcId="{66D15840-2DD7-4873-8279-26A609516ECC}" destId="{EFDBF064-6F6C-4A12-9913-1C367C3ED1AD}" srcOrd="2" destOrd="0" presId="urn:microsoft.com/office/officeart/2018/2/layout/IconLabelList"/>
    <dgm:cxn modelId="{37D2E6FF-E09C-4643-8E3E-D576E0BAE35E}" type="presParOf" srcId="{93E40CBC-F142-443F-AFF7-760B58BE3C1B}" destId="{EAA14ADE-410C-4F24-BF44-FBE02BE4EC5B}" srcOrd="7" destOrd="0" presId="urn:microsoft.com/office/officeart/2018/2/layout/IconLabelList"/>
    <dgm:cxn modelId="{42A2621C-2155-4075-BBD9-C7C9A8470E2C}" type="presParOf" srcId="{93E40CBC-F142-443F-AFF7-760B58BE3C1B}" destId="{EEE08E10-8147-495C-A5D4-4C7658D2EBD9}" srcOrd="8" destOrd="0" presId="urn:microsoft.com/office/officeart/2018/2/layout/IconLabelList"/>
    <dgm:cxn modelId="{34852E0E-CA0D-440A-BB32-FDD107FC27F8}" type="presParOf" srcId="{EEE08E10-8147-495C-A5D4-4C7658D2EBD9}" destId="{6C99FE82-9E1D-4B3C-AEE3-A71AACE6B706}" srcOrd="0" destOrd="0" presId="urn:microsoft.com/office/officeart/2018/2/layout/IconLabelList"/>
    <dgm:cxn modelId="{CD53F1CD-B76C-4183-ADEB-212B8CD781D0}" type="presParOf" srcId="{EEE08E10-8147-495C-A5D4-4C7658D2EBD9}" destId="{67F33D19-ABDD-4065-B185-0D808B8A3ED5}" srcOrd="1" destOrd="0" presId="urn:microsoft.com/office/officeart/2018/2/layout/IconLabelList"/>
    <dgm:cxn modelId="{93C85C70-EB6F-4278-A4C4-A55ABFE33299}" type="presParOf" srcId="{EEE08E10-8147-495C-A5D4-4C7658D2EBD9}" destId="{4A2FC3AF-9228-4806-B485-D3AFA2D7075B}" srcOrd="2" destOrd="0" presId="urn:microsoft.com/office/officeart/2018/2/layout/IconLabelList"/>
    <dgm:cxn modelId="{4F4E1B13-697C-4521-9E5C-2E67BBC7B0CD}" type="presParOf" srcId="{93E40CBC-F142-443F-AFF7-760B58BE3C1B}" destId="{5BEB1EA2-41DB-4FB7-97AA-88C2E472D385}" srcOrd="9" destOrd="0" presId="urn:microsoft.com/office/officeart/2018/2/layout/IconLabelList"/>
    <dgm:cxn modelId="{EDBF4A96-CAEB-4808-919F-9D3E64FE1561}" type="presParOf" srcId="{93E40CBC-F142-443F-AFF7-760B58BE3C1B}" destId="{EB6274CC-E3A7-4BF3-8133-8FF17B8D3120}" srcOrd="10" destOrd="0" presId="urn:microsoft.com/office/officeart/2018/2/layout/IconLabelList"/>
    <dgm:cxn modelId="{1AE7526F-7198-41F9-88CF-74E5BD8723D6}" type="presParOf" srcId="{EB6274CC-E3A7-4BF3-8133-8FF17B8D3120}" destId="{800C744C-5084-48C7-9F96-E4E237C763C8}" srcOrd="0" destOrd="0" presId="urn:microsoft.com/office/officeart/2018/2/layout/IconLabelList"/>
    <dgm:cxn modelId="{645EDC24-3D64-4F7D-9304-9B8CCE2FEE09}" type="presParOf" srcId="{EB6274CC-E3A7-4BF3-8133-8FF17B8D3120}" destId="{363BE98A-FB07-4187-8A80-612996DF8B73}" srcOrd="1" destOrd="0" presId="urn:microsoft.com/office/officeart/2018/2/layout/IconLabelList"/>
    <dgm:cxn modelId="{E1E1004B-315F-4517-9D3F-FE0E004463D3}" type="presParOf" srcId="{EB6274CC-E3A7-4BF3-8133-8FF17B8D3120}" destId="{7EE2D38F-E461-4484-A54C-A66148AA7100}" srcOrd="2" destOrd="0" presId="urn:microsoft.com/office/officeart/2018/2/layout/IconLabelList"/>
    <dgm:cxn modelId="{FC6A3E22-185E-4E3C-90A0-C85ACEC669D4}" type="presParOf" srcId="{93E40CBC-F142-443F-AFF7-760B58BE3C1B}" destId="{831F7485-9DB5-4A90-B316-124AD9724FBC}" srcOrd="11" destOrd="0" presId="urn:microsoft.com/office/officeart/2018/2/layout/IconLabelList"/>
    <dgm:cxn modelId="{AF27CDD3-11CA-48A5-9CBB-1A0EC31C1286}" type="presParOf" srcId="{93E40CBC-F142-443F-AFF7-760B58BE3C1B}" destId="{9039F636-7790-4F30-B7AB-794C25EE7E1C}" srcOrd="12" destOrd="0" presId="urn:microsoft.com/office/officeart/2018/2/layout/IconLabelList"/>
    <dgm:cxn modelId="{AC58DEF3-5572-40BE-ACA2-6E7C01EC2F0A}" type="presParOf" srcId="{9039F636-7790-4F30-B7AB-794C25EE7E1C}" destId="{4F22FC87-0420-4102-8398-3FB0BC91E85E}" srcOrd="0" destOrd="0" presId="urn:microsoft.com/office/officeart/2018/2/layout/IconLabelList"/>
    <dgm:cxn modelId="{6DEC3D22-4A0C-4BAD-90D0-ED8FBFB6D631}" type="presParOf" srcId="{9039F636-7790-4F30-B7AB-794C25EE7E1C}" destId="{CBA6A855-ECFD-48B0-B974-F76F1F8786B8}" srcOrd="1" destOrd="0" presId="urn:microsoft.com/office/officeart/2018/2/layout/IconLabelList"/>
    <dgm:cxn modelId="{370A640D-258A-4E8A-9DA9-5D7757E86E84}" type="presParOf" srcId="{9039F636-7790-4F30-B7AB-794C25EE7E1C}" destId="{C58890F2-9C7E-48AC-B948-3AC3818140E0}" srcOrd="2" destOrd="0" presId="urn:microsoft.com/office/officeart/2018/2/layout/IconLabelList"/>
    <dgm:cxn modelId="{2F0FF36E-E8CD-4194-8FF0-61D0F77FF9DC}" type="presParOf" srcId="{93E40CBC-F142-443F-AFF7-760B58BE3C1B}" destId="{60393349-F5EF-4F1E-8596-C30034A3E64A}" srcOrd="13" destOrd="0" presId="urn:microsoft.com/office/officeart/2018/2/layout/IconLabelList"/>
    <dgm:cxn modelId="{1B9E2254-1EE9-494F-9F76-C0B236D6E6DB}" type="presParOf" srcId="{93E40CBC-F142-443F-AFF7-760B58BE3C1B}" destId="{6CE94AFC-6C1E-433E-AF92-289246B1E0DE}" srcOrd="14" destOrd="0" presId="urn:microsoft.com/office/officeart/2018/2/layout/IconLabelList"/>
    <dgm:cxn modelId="{AF3DD458-D222-4321-B8BA-BAA44EE19308}" type="presParOf" srcId="{6CE94AFC-6C1E-433E-AF92-289246B1E0DE}" destId="{33AFC140-7DA1-42F3-9F8F-575C942DFC3B}" srcOrd="0" destOrd="0" presId="urn:microsoft.com/office/officeart/2018/2/layout/IconLabelList"/>
    <dgm:cxn modelId="{905188A7-516D-4AF3-AC1E-312C05618CAF}" type="presParOf" srcId="{6CE94AFC-6C1E-433E-AF92-289246B1E0DE}" destId="{7C65149A-5093-45EA-8662-4C6030EB240D}" srcOrd="1" destOrd="0" presId="urn:microsoft.com/office/officeart/2018/2/layout/IconLabelList"/>
    <dgm:cxn modelId="{2E176894-FB07-4036-9F21-761B3F43DFEF}" type="presParOf" srcId="{6CE94AFC-6C1E-433E-AF92-289246B1E0DE}" destId="{A97CE414-552E-453E-9F36-5EC97A706CE0}" srcOrd="2" destOrd="0" presId="urn:microsoft.com/office/officeart/2018/2/layout/IconLabelList"/>
    <dgm:cxn modelId="{5B52EF46-AB57-45F8-A06E-8A558A827037}" type="presParOf" srcId="{93E40CBC-F142-443F-AFF7-760B58BE3C1B}" destId="{E489C2B7-BC2C-49BC-A6F7-6E8C795F84FA}" srcOrd="15" destOrd="0" presId="urn:microsoft.com/office/officeart/2018/2/layout/IconLabelList"/>
    <dgm:cxn modelId="{B64C234D-F430-4E52-A50E-A7214218F402}" type="presParOf" srcId="{93E40CBC-F142-443F-AFF7-760B58BE3C1B}" destId="{E5775607-B31A-45D0-828E-0CB6041EA773}" srcOrd="16" destOrd="0" presId="urn:microsoft.com/office/officeart/2018/2/layout/IconLabelList"/>
    <dgm:cxn modelId="{897A42B7-EE19-43BD-B360-7F05BDD946AD}" type="presParOf" srcId="{E5775607-B31A-45D0-828E-0CB6041EA773}" destId="{B0A37283-A192-429A-883C-1201368913F9}" srcOrd="0" destOrd="0" presId="urn:microsoft.com/office/officeart/2018/2/layout/IconLabelList"/>
    <dgm:cxn modelId="{A7E83881-A9C8-46AD-AB73-F6863E7798BD}" type="presParOf" srcId="{E5775607-B31A-45D0-828E-0CB6041EA773}" destId="{3CAF1D61-96DF-4D6D-AB8A-A97705B288D9}" srcOrd="1" destOrd="0" presId="urn:microsoft.com/office/officeart/2018/2/layout/IconLabelList"/>
    <dgm:cxn modelId="{F4AECF37-A257-4849-B8E7-4769FB0972D3}" type="presParOf" srcId="{E5775607-B31A-45D0-828E-0CB6041EA773}" destId="{A526ECFD-26AC-4B66-84C6-D3C1D5032694}" srcOrd="2" destOrd="0" presId="urn:microsoft.com/office/officeart/2018/2/layout/IconLabelList"/>
    <dgm:cxn modelId="{BF51105D-54EF-4CCE-BBEE-8A0532290FBE}" type="presParOf" srcId="{93E40CBC-F142-443F-AFF7-760B58BE3C1B}" destId="{AA1F6BA8-415D-448C-8160-7BB44679DD55}" srcOrd="17" destOrd="0" presId="urn:microsoft.com/office/officeart/2018/2/layout/IconLabelList"/>
    <dgm:cxn modelId="{BCEE3A4F-4EE6-4705-8791-BEBFE46F1816}" type="presParOf" srcId="{93E40CBC-F142-443F-AFF7-760B58BE3C1B}" destId="{C4EAEC9C-A6E7-40E6-9A39-710D00B5C3E8}" srcOrd="18" destOrd="0" presId="urn:microsoft.com/office/officeart/2018/2/layout/IconLabelList"/>
    <dgm:cxn modelId="{29F78587-E8FD-4122-8369-B5CC1DC953F1}" type="presParOf" srcId="{C4EAEC9C-A6E7-40E6-9A39-710D00B5C3E8}" destId="{311E2B80-12C9-4927-B4D9-B391A582DF2D}" srcOrd="0" destOrd="0" presId="urn:microsoft.com/office/officeart/2018/2/layout/IconLabelList"/>
    <dgm:cxn modelId="{59EFA4EA-084D-4E64-AE55-E7A6B4867891}" type="presParOf" srcId="{C4EAEC9C-A6E7-40E6-9A39-710D00B5C3E8}" destId="{456295E1-9166-4838-9D8B-0B73B264DBA3}" srcOrd="1" destOrd="0" presId="urn:microsoft.com/office/officeart/2018/2/layout/IconLabelList"/>
    <dgm:cxn modelId="{21A0967E-2B17-47DC-AA49-EBB42B13DCC2}" type="presParOf" srcId="{C4EAEC9C-A6E7-40E6-9A39-710D00B5C3E8}" destId="{6875E647-5A0D-409B-8CD3-69328C99D0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20E82-58FE-4C02-A006-BE1EE04019FF}">
      <dsp:nvSpPr>
        <dsp:cNvPr id="0" name=""/>
        <dsp:cNvSpPr/>
      </dsp:nvSpPr>
      <dsp:spPr>
        <a:xfrm>
          <a:off x="258296" y="618194"/>
          <a:ext cx="419238" cy="419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8C3C-5BF6-4F64-9E93-83900E9FEE58}">
      <dsp:nvSpPr>
        <dsp:cNvPr id="0" name=""/>
        <dsp:cNvSpPr/>
      </dsp:nvSpPr>
      <dsp:spPr>
        <a:xfrm>
          <a:off x="2095" y="119884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Run </a:t>
          </a:r>
          <a:r>
            <a:rPr lang="pl-PL" sz="1200" kern="1200" dirty="0" err="1"/>
            <a:t>tests</a:t>
          </a:r>
          <a:endParaRPr lang="en-US" sz="1200" kern="1200" dirty="0"/>
        </a:p>
      </dsp:txBody>
      <dsp:txXfrm>
        <a:off x="2095" y="1198848"/>
        <a:ext cx="931640" cy="372656"/>
      </dsp:txXfrm>
    </dsp:sp>
    <dsp:sp modelId="{CEF92B20-A048-4FCD-A719-5EDB5DC44697}">
      <dsp:nvSpPr>
        <dsp:cNvPr id="0" name=""/>
        <dsp:cNvSpPr/>
      </dsp:nvSpPr>
      <dsp:spPr>
        <a:xfrm>
          <a:off x="1352974" y="618194"/>
          <a:ext cx="419238" cy="419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7F4A0-0C37-404A-A345-0C0150A84887}">
      <dsp:nvSpPr>
        <dsp:cNvPr id="0" name=""/>
        <dsp:cNvSpPr/>
      </dsp:nvSpPr>
      <dsp:spPr>
        <a:xfrm>
          <a:off x="1096773" y="119884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Run with </a:t>
          </a:r>
          <a:r>
            <a:rPr lang="pl-PL" sz="1200" kern="1200" dirty="0" err="1"/>
            <a:t>schedule</a:t>
          </a:r>
          <a:endParaRPr lang="en-US" sz="1200" kern="1200" dirty="0"/>
        </a:p>
      </dsp:txBody>
      <dsp:txXfrm>
        <a:off x="1096773" y="1198848"/>
        <a:ext cx="931640" cy="372656"/>
      </dsp:txXfrm>
    </dsp:sp>
    <dsp:sp modelId="{19A04B13-C781-42CF-A271-667774C1FCD5}">
      <dsp:nvSpPr>
        <dsp:cNvPr id="0" name=""/>
        <dsp:cNvSpPr/>
      </dsp:nvSpPr>
      <dsp:spPr>
        <a:xfrm>
          <a:off x="2447652" y="618194"/>
          <a:ext cx="419238" cy="419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5FFC0-975C-4458-A886-9441EF309E0E}">
      <dsp:nvSpPr>
        <dsp:cNvPr id="0" name=""/>
        <dsp:cNvSpPr/>
      </dsp:nvSpPr>
      <dsp:spPr>
        <a:xfrm>
          <a:off x="2191451" y="119884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Cross </a:t>
          </a:r>
          <a:r>
            <a:rPr lang="pl-PL" sz="1200" kern="1200" dirty="0" err="1"/>
            <a:t>browser</a:t>
          </a:r>
          <a:r>
            <a:rPr lang="pl-PL" sz="1200" kern="1200" dirty="0"/>
            <a:t> </a:t>
          </a:r>
          <a:r>
            <a:rPr lang="pl-PL" sz="1200" kern="1200" dirty="0" err="1"/>
            <a:t>testing</a:t>
          </a:r>
          <a:endParaRPr lang="en-US" sz="1200" kern="1200" dirty="0"/>
        </a:p>
      </dsp:txBody>
      <dsp:txXfrm>
        <a:off x="2191451" y="1198848"/>
        <a:ext cx="931640" cy="372656"/>
      </dsp:txXfrm>
    </dsp:sp>
    <dsp:sp modelId="{0594A620-D3E6-4760-B115-D16454FED690}">
      <dsp:nvSpPr>
        <dsp:cNvPr id="0" name=""/>
        <dsp:cNvSpPr/>
      </dsp:nvSpPr>
      <dsp:spPr>
        <a:xfrm>
          <a:off x="3542330" y="618194"/>
          <a:ext cx="419238" cy="4192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BF064-6F6C-4A12-9913-1C367C3ED1AD}">
      <dsp:nvSpPr>
        <dsp:cNvPr id="0" name=""/>
        <dsp:cNvSpPr/>
      </dsp:nvSpPr>
      <dsp:spPr>
        <a:xfrm>
          <a:off x="3286128" y="119884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Reporting</a:t>
          </a:r>
          <a:endParaRPr lang="en-US" sz="1200" kern="1200"/>
        </a:p>
      </dsp:txBody>
      <dsp:txXfrm>
        <a:off x="3286128" y="1198848"/>
        <a:ext cx="931640" cy="372656"/>
      </dsp:txXfrm>
    </dsp:sp>
    <dsp:sp modelId="{6C99FE82-9E1D-4B3C-AEE3-A71AACE6B706}">
      <dsp:nvSpPr>
        <dsp:cNvPr id="0" name=""/>
        <dsp:cNvSpPr/>
      </dsp:nvSpPr>
      <dsp:spPr>
        <a:xfrm>
          <a:off x="4637007" y="618194"/>
          <a:ext cx="419238" cy="4192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FC3AF-9228-4806-B485-D3AFA2D7075B}">
      <dsp:nvSpPr>
        <dsp:cNvPr id="0" name=""/>
        <dsp:cNvSpPr/>
      </dsp:nvSpPr>
      <dsp:spPr>
        <a:xfrm>
          <a:off x="4380806" y="119884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Archiving</a:t>
          </a:r>
          <a:r>
            <a:rPr lang="pl-PL" sz="1200" kern="1200" dirty="0"/>
            <a:t> </a:t>
          </a:r>
          <a:r>
            <a:rPr lang="pl-PL" sz="1200" kern="1200" dirty="0" err="1"/>
            <a:t>reports</a:t>
          </a:r>
          <a:r>
            <a:rPr lang="pl-PL" sz="1200" kern="1200" dirty="0"/>
            <a:t> </a:t>
          </a:r>
          <a:endParaRPr lang="en-US" sz="1200" kern="1200" dirty="0"/>
        </a:p>
      </dsp:txBody>
      <dsp:txXfrm>
        <a:off x="4380806" y="1198848"/>
        <a:ext cx="931640" cy="372656"/>
      </dsp:txXfrm>
    </dsp:sp>
    <dsp:sp modelId="{800C744C-5084-48C7-9F96-E4E237C763C8}">
      <dsp:nvSpPr>
        <dsp:cNvPr id="0" name=""/>
        <dsp:cNvSpPr/>
      </dsp:nvSpPr>
      <dsp:spPr>
        <a:xfrm>
          <a:off x="15017" y="1829581"/>
          <a:ext cx="419238" cy="41923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2D38F-E461-4484-A54C-A66148AA7100}">
      <dsp:nvSpPr>
        <dsp:cNvPr id="0" name=""/>
        <dsp:cNvSpPr/>
      </dsp:nvSpPr>
      <dsp:spPr>
        <a:xfrm>
          <a:off x="0" y="236620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Run in </a:t>
          </a:r>
          <a:r>
            <a:rPr lang="pl-PL" sz="1200" kern="1200" dirty="0" err="1"/>
            <a:t>paraller</a:t>
          </a:r>
          <a:endParaRPr lang="en-US" sz="1200" kern="1200" dirty="0"/>
        </a:p>
      </dsp:txBody>
      <dsp:txXfrm>
        <a:off x="0" y="2366208"/>
        <a:ext cx="931640" cy="372656"/>
      </dsp:txXfrm>
    </dsp:sp>
    <dsp:sp modelId="{4F22FC87-0420-4102-8398-3FB0BC91E85E}">
      <dsp:nvSpPr>
        <dsp:cNvPr id="0" name=""/>
        <dsp:cNvSpPr/>
      </dsp:nvSpPr>
      <dsp:spPr>
        <a:xfrm>
          <a:off x="1352974" y="1804415"/>
          <a:ext cx="419238" cy="41923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90F2-9C7E-48AC-B948-3AC3818140E0}">
      <dsp:nvSpPr>
        <dsp:cNvPr id="0" name=""/>
        <dsp:cNvSpPr/>
      </dsp:nvSpPr>
      <dsp:spPr>
        <a:xfrm>
          <a:off x="1096773" y="238506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Tests</a:t>
          </a:r>
          <a:r>
            <a:rPr lang="pl-PL" sz="1200" kern="1200" dirty="0"/>
            <a:t> </a:t>
          </a:r>
          <a:r>
            <a:rPr lang="pl-PL" sz="1200" kern="1200" dirty="0" err="1"/>
            <a:t>independecies</a:t>
          </a:r>
          <a:endParaRPr lang="pl-PL" sz="1200" kern="1200" dirty="0"/>
        </a:p>
      </dsp:txBody>
      <dsp:txXfrm>
        <a:off x="1096773" y="2385068"/>
        <a:ext cx="931640" cy="372656"/>
      </dsp:txXfrm>
    </dsp:sp>
    <dsp:sp modelId="{33AFC140-7DA1-42F3-9F8F-575C942DFC3B}">
      <dsp:nvSpPr>
        <dsp:cNvPr id="0" name=""/>
        <dsp:cNvSpPr/>
      </dsp:nvSpPr>
      <dsp:spPr>
        <a:xfrm>
          <a:off x="2447652" y="1804415"/>
          <a:ext cx="419238" cy="41923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CE414-552E-453E-9F36-5EC97A706CE0}">
      <dsp:nvSpPr>
        <dsp:cNvPr id="0" name=""/>
        <dsp:cNvSpPr/>
      </dsp:nvSpPr>
      <dsp:spPr>
        <a:xfrm>
          <a:off x="2191451" y="238506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Sensitive</a:t>
          </a:r>
          <a:r>
            <a:rPr lang="pl-PL" sz="1200" kern="1200" dirty="0"/>
            <a:t> data </a:t>
          </a:r>
          <a:r>
            <a:rPr lang="pl-PL" sz="1200" kern="1200" dirty="0" err="1"/>
            <a:t>managment</a:t>
          </a:r>
          <a:endParaRPr lang="pl-PL" sz="1200" kern="1200" dirty="0"/>
        </a:p>
      </dsp:txBody>
      <dsp:txXfrm>
        <a:off x="2191451" y="2385068"/>
        <a:ext cx="931640" cy="372656"/>
      </dsp:txXfrm>
    </dsp:sp>
    <dsp:sp modelId="{B0A37283-A192-429A-883C-1201368913F9}">
      <dsp:nvSpPr>
        <dsp:cNvPr id="0" name=""/>
        <dsp:cNvSpPr/>
      </dsp:nvSpPr>
      <dsp:spPr>
        <a:xfrm>
          <a:off x="3542330" y="1804415"/>
          <a:ext cx="419238" cy="419238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6ECFD-26AC-4B66-84C6-D3C1D5032694}">
      <dsp:nvSpPr>
        <dsp:cNvPr id="0" name=""/>
        <dsp:cNvSpPr/>
      </dsp:nvSpPr>
      <dsp:spPr>
        <a:xfrm>
          <a:off x="3286128" y="238506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Shorten</a:t>
          </a:r>
          <a:r>
            <a:rPr lang="pl-PL" sz="1200" kern="1200" dirty="0"/>
            <a:t> </a:t>
          </a:r>
          <a:r>
            <a:rPr lang="pl-PL" sz="1200" kern="1200" dirty="0" err="1"/>
            <a:t>execution</a:t>
          </a:r>
          <a:r>
            <a:rPr lang="pl-PL" sz="1200" kern="1200" dirty="0"/>
            <a:t> </a:t>
          </a:r>
          <a:r>
            <a:rPr lang="pl-PL" sz="1200" kern="1200" dirty="0" err="1"/>
            <a:t>time</a:t>
          </a:r>
          <a:endParaRPr lang="pl-PL" sz="1200" kern="1200" dirty="0"/>
        </a:p>
      </dsp:txBody>
      <dsp:txXfrm>
        <a:off x="3286128" y="2385068"/>
        <a:ext cx="931640" cy="372656"/>
      </dsp:txXfrm>
    </dsp:sp>
    <dsp:sp modelId="{311E2B80-12C9-4927-B4D9-B391A582DF2D}">
      <dsp:nvSpPr>
        <dsp:cNvPr id="0" name=""/>
        <dsp:cNvSpPr/>
      </dsp:nvSpPr>
      <dsp:spPr>
        <a:xfrm>
          <a:off x="4637007" y="1804415"/>
          <a:ext cx="419238" cy="419238"/>
        </a:xfrm>
        <a:prstGeom prst="rect">
          <a:avLst/>
        </a:prstGeom>
        <a:blipFill>
          <a:blip xmlns:r="http://schemas.openxmlformats.org/officeDocument/2006/relationships"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5E647-5A0D-409B-8CD3-69328C99D018}">
      <dsp:nvSpPr>
        <dsp:cNvPr id="0" name=""/>
        <dsp:cNvSpPr/>
      </dsp:nvSpPr>
      <dsp:spPr>
        <a:xfrm>
          <a:off x="4380806" y="2385068"/>
          <a:ext cx="931640" cy="37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API </a:t>
          </a:r>
          <a:r>
            <a:rPr lang="pl-PL" sz="1200" kern="1200" dirty="0" err="1"/>
            <a:t>Testing</a:t>
          </a:r>
          <a:r>
            <a:rPr lang="pl-PL" sz="1200" kern="1200" dirty="0"/>
            <a:t> </a:t>
          </a:r>
        </a:p>
      </dsp:txBody>
      <dsp:txXfrm>
        <a:off x="4380806" y="2385068"/>
        <a:ext cx="931640" cy="372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05A60-8BD4-44ED-95C3-FCBD1E172A7B}">
      <dsp:nvSpPr>
        <dsp:cNvPr id="0" name=""/>
        <dsp:cNvSpPr/>
      </dsp:nvSpPr>
      <dsp:spPr>
        <a:xfrm>
          <a:off x="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Plan</a:t>
          </a:r>
        </a:p>
      </dsp:txBody>
      <dsp:txXfrm>
        <a:off x="254000" y="2455333"/>
        <a:ext cx="762000" cy="507999"/>
      </dsp:txXfrm>
    </dsp:sp>
    <dsp:sp modelId="{0E42F14E-722F-4DCE-B002-4F4778B2A80B}">
      <dsp:nvSpPr>
        <dsp:cNvPr id="0" name=""/>
        <dsp:cNvSpPr/>
      </dsp:nvSpPr>
      <dsp:spPr>
        <a:xfrm>
          <a:off x="1143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Code</a:t>
          </a:r>
          <a:endParaRPr lang="pl-PL" sz="1600" kern="1200" dirty="0"/>
        </a:p>
      </dsp:txBody>
      <dsp:txXfrm>
        <a:off x="1397000" y="2455333"/>
        <a:ext cx="762000" cy="507999"/>
      </dsp:txXfrm>
    </dsp:sp>
    <dsp:sp modelId="{C5EA9FE4-9F22-4629-9779-5B200727D69E}">
      <dsp:nvSpPr>
        <dsp:cNvPr id="0" name=""/>
        <dsp:cNvSpPr/>
      </dsp:nvSpPr>
      <dsp:spPr>
        <a:xfrm>
          <a:off x="2286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Build</a:t>
          </a:r>
          <a:endParaRPr lang="pl-PL" sz="1600" kern="1200" dirty="0"/>
        </a:p>
      </dsp:txBody>
      <dsp:txXfrm>
        <a:off x="2540000" y="2455333"/>
        <a:ext cx="762000" cy="507999"/>
      </dsp:txXfrm>
    </dsp:sp>
    <dsp:sp modelId="{DEA796C3-A595-4C50-BAD0-118A065CC621}">
      <dsp:nvSpPr>
        <dsp:cNvPr id="0" name=""/>
        <dsp:cNvSpPr/>
      </dsp:nvSpPr>
      <dsp:spPr>
        <a:xfrm>
          <a:off x="3429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Test</a:t>
          </a:r>
        </a:p>
      </dsp:txBody>
      <dsp:txXfrm>
        <a:off x="3683000" y="2455333"/>
        <a:ext cx="762000" cy="507999"/>
      </dsp:txXfrm>
    </dsp:sp>
    <dsp:sp modelId="{CE0C43AF-16F9-4AB0-B106-A658D7DD42E8}">
      <dsp:nvSpPr>
        <dsp:cNvPr id="0" name=""/>
        <dsp:cNvSpPr/>
      </dsp:nvSpPr>
      <dsp:spPr>
        <a:xfrm>
          <a:off x="4572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Release</a:t>
          </a:r>
          <a:endParaRPr lang="pl-PL" sz="1600" kern="1200" dirty="0"/>
        </a:p>
      </dsp:txBody>
      <dsp:txXfrm>
        <a:off x="4826000" y="2455333"/>
        <a:ext cx="762000" cy="507999"/>
      </dsp:txXfrm>
    </dsp:sp>
    <dsp:sp modelId="{0D0611F2-4B74-401E-90CF-0CA0F4619272}">
      <dsp:nvSpPr>
        <dsp:cNvPr id="0" name=""/>
        <dsp:cNvSpPr/>
      </dsp:nvSpPr>
      <dsp:spPr>
        <a:xfrm>
          <a:off x="5715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Deploy</a:t>
          </a:r>
          <a:endParaRPr lang="pl-PL" sz="1600" kern="1200" dirty="0"/>
        </a:p>
      </dsp:txBody>
      <dsp:txXfrm>
        <a:off x="5969000" y="2455333"/>
        <a:ext cx="762000" cy="507999"/>
      </dsp:txXfrm>
    </dsp:sp>
    <dsp:sp modelId="{63E20FF9-67A3-4C9E-9633-FF63C3D2B993}">
      <dsp:nvSpPr>
        <dsp:cNvPr id="0" name=""/>
        <dsp:cNvSpPr/>
      </dsp:nvSpPr>
      <dsp:spPr>
        <a:xfrm>
          <a:off x="6858000" y="2455333"/>
          <a:ext cx="1269999" cy="5079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Operate</a:t>
          </a:r>
          <a:endParaRPr lang="pl-PL" sz="1600" kern="1200" dirty="0"/>
        </a:p>
      </dsp:txBody>
      <dsp:txXfrm>
        <a:off x="7112000" y="2455333"/>
        <a:ext cx="762000" cy="507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23FA0-E8D8-410C-8E75-2F7DB261079B}">
      <dsp:nvSpPr>
        <dsp:cNvPr id="0" name=""/>
        <dsp:cNvSpPr/>
      </dsp:nvSpPr>
      <dsp:spPr>
        <a:xfrm>
          <a:off x="527843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80" tIns="23495" rIns="46990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CI</a:t>
          </a:r>
        </a:p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CD</a:t>
          </a:r>
        </a:p>
      </dsp:txBody>
      <dsp:txXfrm>
        <a:off x="1051718" y="2068228"/>
        <a:ext cx="1021556" cy="1282211"/>
      </dsp:txXfrm>
    </dsp:sp>
    <dsp:sp modelId="{285DD64D-4341-4F19-BA45-6CD6A81E2B75}">
      <dsp:nvSpPr>
        <dsp:cNvPr id="0" name=""/>
        <dsp:cNvSpPr/>
      </dsp:nvSpPr>
      <dsp:spPr>
        <a:xfrm>
          <a:off x="3968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/>
            <a:t>Developement</a:t>
          </a:r>
          <a:endParaRPr lang="pl-PL" sz="900" kern="1200" dirty="0"/>
        </a:p>
      </dsp:txBody>
      <dsp:txXfrm>
        <a:off x="157407" y="2338897"/>
        <a:ext cx="740872" cy="740872"/>
      </dsp:txXfrm>
    </dsp:sp>
    <dsp:sp modelId="{B88E07BF-9BED-4A8E-B7E9-25CADCBA43AE}">
      <dsp:nvSpPr>
        <dsp:cNvPr id="0" name=""/>
        <dsp:cNvSpPr/>
      </dsp:nvSpPr>
      <dsp:spPr>
        <a:xfrm>
          <a:off x="3278187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80" tIns="23495" rIns="46990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CI</a:t>
          </a:r>
        </a:p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CD</a:t>
          </a:r>
        </a:p>
      </dsp:txBody>
      <dsp:txXfrm>
        <a:off x="3802062" y="2068228"/>
        <a:ext cx="1021556" cy="1282211"/>
      </dsp:txXfrm>
    </dsp:sp>
    <dsp:sp modelId="{E632FCBD-35AD-4C49-858F-DF92E6561460}">
      <dsp:nvSpPr>
        <dsp:cNvPr id="0" name=""/>
        <dsp:cNvSpPr/>
      </dsp:nvSpPr>
      <dsp:spPr>
        <a:xfrm>
          <a:off x="2754312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/>
            <a:t>Integration </a:t>
          </a:r>
          <a:endParaRPr lang="pl-PL" sz="900" kern="1200" dirty="0"/>
        </a:p>
      </dsp:txBody>
      <dsp:txXfrm>
        <a:off x="2907751" y="2338897"/>
        <a:ext cx="740872" cy="740872"/>
      </dsp:txXfrm>
    </dsp:sp>
    <dsp:sp modelId="{E22AE70C-076E-4B57-8340-83B26B9F9BDE}">
      <dsp:nvSpPr>
        <dsp:cNvPr id="0" name=""/>
        <dsp:cNvSpPr/>
      </dsp:nvSpPr>
      <dsp:spPr>
        <a:xfrm>
          <a:off x="6028531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80" tIns="23495" rIns="46990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CI</a:t>
          </a:r>
        </a:p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3700" kern="1200" dirty="0"/>
            <a:t>CD</a:t>
          </a:r>
        </a:p>
      </dsp:txBody>
      <dsp:txXfrm>
        <a:off x="6552406" y="2068228"/>
        <a:ext cx="1021556" cy="1282211"/>
      </dsp:txXfrm>
    </dsp:sp>
    <dsp:sp modelId="{54D81475-2AE5-4F9B-8DFB-7E127DFFE187}">
      <dsp:nvSpPr>
        <dsp:cNvPr id="0" name=""/>
        <dsp:cNvSpPr/>
      </dsp:nvSpPr>
      <dsp:spPr>
        <a:xfrm>
          <a:off x="5504656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/>
            <a:t>Pre-Production</a:t>
          </a:r>
          <a:endParaRPr lang="pl-PL" sz="900" kern="1200" dirty="0"/>
        </a:p>
      </dsp:txBody>
      <dsp:txXfrm>
        <a:off x="5658095" y="2338897"/>
        <a:ext cx="740872" cy="740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9A7B1-C18C-4B90-BF3D-240E9867B8B5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4B99D-1314-4364-911E-2B70F92347E0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Move this things outside your tests</a:t>
          </a:r>
          <a:endParaRPr lang="en-US" sz="3500" kern="1200"/>
        </a:p>
      </dsp:txBody>
      <dsp:txXfrm>
        <a:off x="0" y="0"/>
        <a:ext cx="6492875" cy="1276350"/>
      </dsp:txXfrm>
    </dsp:sp>
    <dsp:sp modelId="{EFBF0EFD-C3E9-4066-80B8-862DC6CF9AA5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35284-74F0-4297-A030-72F3D0BF74C0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- Data created by API</a:t>
          </a:r>
          <a:endParaRPr lang="en-US" sz="3500" kern="1200"/>
        </a:p>
      </dsp:txBody>
      <dsp:txXfrm>
        <a:off x="0" y="1276350"/>
        <a:ext cx="6492875" cy="1276350"/>
      </dsp:txXfrm>
    </dsp:sp>
    <dsp:sp modelId="{0F9C4D75-92AF-4704-9D7E-9AF3E665DA33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3D40C-AC07-4B2F-88B5-F7E7BE8AD7EB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Authentication</a:t>
          </a:r>
          <a:endParaRPr lang="en-US" sz="3500" kern="1200"/>
        </a:p>
      </dsp:txBody>
      <dsp:txXfrm>
        <a:off x="0" y="2552700"/>
        <a:ext cx="6492875" cy="1276350"/>
      </dsp:txXfrm>
    </dsp:sp>
    <dsp:sp modelId="{92F8A593-C6E5-45BC-A7B3-A92164D85D41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891E5-26CA-4885-A85E-3B43FACBB14A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User creation </a:t>
          </a:r>
          <a:endParaRPr lang="en-US" sz="3500" kern="1200"/>
        </a:p>
      </dsp:txBody>
      <dsp:txXfrm>
        <a:off x="0" y="3829050"/>
        <a:ext cx="6492875" cy="12763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C26A8-6B28-41FD-8C31-088167880BD1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73181-1C7B-49BE-BEB6-7838864E1E1F}">
      <dsp:nvSpPr>
        <dsp:cNvPr id="0" name=""/>
        <dsp:cNvSpPr/>
      </dsp:nvSpPr>
      <dsp:spPr>
        <a:xfrm>
          <a:off x="1283" y="1305401"/>
          <a:ext cx="2417997" cy="1740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 dirty="0" err="1"/>
            <a:t>Static</a:t>
          </a:r>
          <a:endParaRPr lang="pl-PL" sz="3400" kern="1200" dirty="0"/>
        </a:p>
      </dsp:txBody>
      <dsp:txXfrm>
        <a:off x="86249" y="1390367"/>
        <a:ext cx="2248065" cy="1570603"/>
      </dsp:txXfrm>
    </dsp:sp>
    <dsp:sp modelId="{2E4FF1A7-630D-4F4A-83DE-574BD079D2D6}">
      <dsp:nvSpPr>
        <dsp:cNvPr id="0" name=""/>
        <dsp:cNvSpPr/>
      </dsp:nvSpPr>
      <dsp:spPr>
        <a:xfrm>
          <a:off x="2699628" y="1305401"/>
          <a:ext cx="2417997" cy="1740535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 dirty="0"/>
            <a:t>Unit</a:t>
          </a:r>
        </a:p>
      </dsp:txBody>
      <dsp:txXfrm>
        <a:off x="2784594" y="1390367"/>
        <a:ext cx="2248065" cy="1570603"/>
      </dsp:txXfrm>
    </dsp:sp>
    <dsp:sp modelId="{CF8F9A8A-9965-4FFB-B783-A2444114778E}">
      <dsp:nvSpPr>
        <dsp:cNvPr id="0" name=""/>
        <dsp:cNvSpPr/>
      </dsp:nvSpPr>
      <dsp:spPr>
        <a:xfrm>
          <a:off x="5397973" y="1305401"/>
          <a:ext cx="2417997" cy="1740535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 dirty="0"/>
            <a:t>Integration</a:t>
          </a:r>
        </a:p>
      </dsp:txBody>
      <dsp:txXfrm>
        <a:off x="5482939" y="1390367"/>
        <a:ext cx="2248065" cy="1570603"/>
      </dsp:txXfrm>
    </dsp:sp>
    <dsp:sp modelId="{7F46046F-0C26-4BBD-BA70-1C566B68D911}">
      <dsp:nvSpPr>
        <dsp:cNvPr id="0" name=""/>
        <dsp:cNvSpPr/>
      </dsp:nvSpPr>
      <dsp:spPr>
        <a:xfrm>
          <a:off x="8096318" y="1305401"/>
          <a:ext cx="2417997" cy="174053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 dirty="0"/>
            <a:t>E2E</a:t>
          </a:r>
        </a:p>
      </dsp:txBody>
      <dsp:txXfrm>
        <a:off x="8181284" y="1390367"/>
        <a:ext cx="2248065" cy="1570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20E82-58FE-4C02-A006-BE1EE04019FF}">
      <dsp:nvSpPr>
        <dsp:cNvPr id="0" name=""/>
        <dsp:cNvSpPr/>
      </dsp:nvSpPr>
      <dsp:spPr>
        <a:xfrm>
          <a:off x="704911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8C3C-5BF6-4F64-9E93-83900E9FEE58}">
      <dsp:nvSpPr>
        <dsp:cNvPr id="0" name=""/>
        <dsp:cNvSpPr/>
      </dsp:nvSpPr>
      <dsp:spPr>
        <a:xfrm>
          <a:off x="309008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Run tests</a:t>
          </a:r>
          <a:endParaRPr lang="en-US" sz="1800" kern="1200"/>
        </a:p>
      </dsp:txBody>
      <dsp:txXfrm>
        <a:off x="309008" y="1419853"/>
        <a:ext cx="1439648" cy="575859"/>
      </dsp:txXfrm>
    </dsp:sp>
    <dsp:sp modelId="{CEF92B20-A048-4FCD-A719-5EDB5DC44697}">
      <dsp:nvSpPr>
        <dsp:cNvPr id="0" name=""/>
        <dsp:cNvSpPr/>
      </dsp:nvSpPr>
      <dsp:spPr>
        <a:xfrm>
          <a:off x="2396498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7F4A0-0C37-404A-A345-0C0150A84887}">
      <dsp:nvSpPr>
        <dsp:cNvPr id="0" name=""/>
        <dsp:cNvSpPr/>
      </dsp:nvSpPr>
      <dsp:spPr>
        <a:xfrm>
          <a:off x="2000595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Run with schedule</a:t>
          </a:r>
          <a:endParaRPr lang="en-US" sz="1800" kern="1200"/>
        </a:p>
      </dsp:txBody>
      <dsp:txXfrm>
        <a:off x="2000595" y="1419853"/>
        <a:ext cx="1439648" cy="575859"/>
      </dsp:txXfrm>
    </dsp:sp>
    <dsp:sp modelId="{19A04B13-C781-42CF-A271-667774C1FCD5}">
      <dsp:nvSpPr>
        <dsp:cNvPr id="0" name=""/>
        <dsp:cNvSpPr/>
      </dsp:nvSpPr>
      <dsp:spPr>
        <a:xfrm>
          <a:off x="4088085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5FFC0-975C-4458-A886-9441EF309E0E}">
      <dsp:nvSpPr>
        <dsp:cNvPr id="0" name=""/>
        <dsp:cNvSpPr/>
      </dsp:nvSpPr>
      <dsp:spPr>
        <a:xfrm>
          <a:off x="3692182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Cross browser testing</a:t>
          </a:r>
          <a:endParaRPr lang="en-US" sz="1800" kern="1200"/>
        </a:p>
      </dsp:txBody>
      <dsp:txXfrm>
        <a:off x="3692182" y="1419853"/>
        <a:ext cx="1439648" cy="575859"/>
      </dsp:txXfrm>
    </dsp:sp>
    <dsp:sp modelId="{0594A620-D3E6-4760-B115-D16454FED690}">
      <dsp:nvSpPr>
        <dsp:cNvPr id="0" name=""/>
        <dsp:cNvSpPr/>
      </dsp:nvSpPr>
      <dsp:spPr>
        <a:xfrm>
          <a:off x="5779672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BF064-6F6C-4A12-9913-1C367C3ED1AD}">
      <dsp:nvSpPr>
        <dsp:cNvPr id="0" name=""/>
        <dsp:cNvSpPr/>
      </dsp:nvSpPr>
      <dsp:spPr>
        <a:xfrm>
          <a:off x="5383769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Reporting</a:t>
          </a:r>
          <a:endParaRPr lang="en-US" sz="1800" kern="1200"/>
        </a:p>
      </dsp:txBody>
      <dsp:txXfrm>
        <a:off x="5383769" y="1419853"/>
        <a:ext cx="1439648" cy="575859"/>
      </dsp:txXfrm>
    </dsp:sp>
    <dsp:sp modelId="{6C99FE82-9E1D-4B3C-AEE3-A71AACE6B706}">
      <dsp:nvSpPr>
        <dsp:cNvPr id="0" name=""/>
        <dsp:cNvSpPr/>
      </dsp:nvSpPr>
      <dsp:spPr>
        <a:xfrm>
          <a:off x="7471259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FC3AF-9228-4806-B485-D3AFA2D7075B}">
      <dsp:nvSpPr>
        <dsp:cNvPr id="0" name=""/>
        <dsp:cNvSpPr/>
      </dsp:nvSpPr>
      <dsp:spPr>
        <a:xfrm>
          <a:off x="7075356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Archiving reports </a:t>
          </a:r>
          <a:endParaRPr lang="en-US" sz="1800" kern="1200"/>
        </a:p>
      </dsp:txBody>
      <dsp:txXfrm>
        <a:off x="7075356" y="1419853"/>
        <a:ext cx="1439648" cy="575859"/>
      </dsp:txXfrm>
    </dsp:sp>
    <dsp:sp modelId="{800C744C-5084-48C7-9F96-E4E237C763C8}">
      <dsp:nvSpPr>
        <dsp:cNvPr id="0" name=""/>
        <dsp:cNvSpPr/>
      </dsp:nvSpPr>
      <dsp:spPr>
        <a:xfrm>
          <a:off x="8786910" y="549821"/>
          <a:ext cx="647841" cy="6478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2D38F-E461-4484-A54C-A66148AA7100}">
      <dsp:nvSpPr>
        <dsp:cNvPr id="0" name=""/>
        <dsp:cNvSpPr/>
      </dsp:nvSpPr>
      <dsp:spPr>
        <a:xfrm>
          <a:off x="8456367" y="1390709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Run in paraller</a:t>
          </a:r>
          <a:endParaRPr lang="en-US" sz="1800" kern="1200"/>
        </a:p>
      </dsp:txBody>
      <dsp:txXfrm>
        <a:off x="8456367" y="1390709"/>
        <a:ext cx="1439648" cy="575859"/>
      </dsp:txXfrm>
    </dsp:sp>
    <dsp:sp modelId="{4F22FC87-0420-4102-8398-3FB0BC91E85E}">
      <dsp:nvSpPr>
        <dsp:cNvPr id="0" name=""/>
        <dsp:cNvSpPr/>
      </dsp:nvSpPr>
      <dsp:spPr>
        <a:xfrm>
          <a:off x="2396498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90F2-9C7E-48AC-B948-3AC3818140E0}">
      <dsp:nvSpPr>
        <dsp:cNvPr id="0" name=""/>
        <dsp:cNvSpPr/>
      </dsp:nvSpPr>
      <dsp:spPr>
        <a:xfrm>
          <a:off x="2000595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Tests independecies</a:t>
          </a:r>
        </a:p>
      </dsp:txBody>
      <dsp:txXfrm>
        <a:off x="2000595" y="3264547"/>
        <a:ext cx="1439648" cy="575859"/>
      </dsp:txXfrm>
    </dsp:sp>
    <dsp:sp modelId="{33AFC140-7DA1-42F3-9F8F-575C942DFC3B}">
      <dsp:nvSpPr>
        <dsp:cNvPr id="0" name=""/>
        <dsp:cNvSpPr/>
      </dsp:nvSpPr>
      <dsp:spPr>
        <a:xfrm>
          <a:off x="4088085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CE414-552E-453E-9F36-5EC97A706CE0}">
      <dsp:nvSpPr>
        <dsp:cNvPr id="0" name=""/>
        <dsp:cNvSpPr/>
      </dsp:nvSpPr>
      <dsp:spPr>
        <a:xfrm>
          <a:off x="3692182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Sensitive data managment</a:t>
          </a:r>
        </a:p>
      </dsp:txBody>
      <dsp:txXfrm>
        <a:off x="3692182" y="3264547"/>
        <a:ext cx="1439648" cy="575859"/>
      </dsp:txXfrm>
    </dsp:sp>
    <dsp:sp modelId="{B0A37283-A192-429A-883C-1201368913F9}">
      <dsp:nvSpPr>
        <dsp:cNvPr id="0" name=""/>
        <dsp:cNvSpPr/>
      </dsp:nvSpPr>
      <dsp:spPr>
        <a:xfrm>
          <a:off x="5779672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6ECFD-26AC-4B66-84C6-D3C1D5032694}">
      <dsp:nvSpPr>
        <dsp:cNvPr id="0" name=""/>
        <dsp:cNvSpPr/>
      </dsp:nvSpPr>
      <dsp:spPr>
        <a:xfrm>
          <a:off x="5383769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Shorten execution time</a:t>
          </a:r>
        </a:p>
      </dsp:txBody>
      <dsp:txXfrm>
        <a:off x="5383769" y="3264547"/>
        <a:ext cx="1439648" cy="575859"/>
      </dsp:txXfrm>
    </dsp:sp>
    <dsp:sp modelId="{311E2B80-12C9-4927-B4D9-B391A582DF2D}">
      <dsp:nvSpPr>
        <dsp:cNvPr id="0" name=""/>
        <dsp:cNvSpPr/>
      </dsp:nvSpPr>
      <dsp:spPr>
        <a:xfrm>
          <a:off x="7471259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5E647-5A0D-409B-8CD3-69328C99D018}">
      <dsp:nvSpPr>
        <dsp:cNvPr id="0" name=""/>
        <dsp:cNvSpPr/>
      </dsp:nvSpPr>
      <dsp:spPr>
        <a:xfrm>
          <a:off x="7075356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API Testing </a:t>
          </a:r>
        </a:p>
      </dsp:txBody>
      <dsp:txXfrm>
        <a:off x="7075356" y="3264547"/>
        <a:ext cx="1439648" cy="575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7D2058-A71C-419B-8CB1-1309FD1C6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2AB6614-C215-4FEB-9F3F-807139E52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97660A-4C37-454B-A266-6D441BA6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76EABE-FADF-4DD0-B1E7-628ECA73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1605F20-0FA6-4DD4-8DB4-0C9FEFEE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3503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45E841-1EF7-47E5-A4E0-C1F12C42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A7883D-B955-4DD4-BC7D-56D35C9F2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D61002B-DBC3-49DE-BCAF-A07AEA65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4BF623-375B-4B46-8392-9BC18FBF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89F755-A09E-4AF7-92B5-B3C52E11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593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B023AD-950F-4E32-B514-012BC66C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0D32763-BD7B-47AD-837B-42A7F9575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DD4ABC-7D54-43B1-A49F-E5E0EEC0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0C7498-545A-462C-8B02-14A9695B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FC6E46-B70A-4D10-AF1A-C934170F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313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CB2CC1-AB47-4B76-8ABE-E6402CD4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3FF5B5-1BD0-4B4A-94A2-6410FB168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BB99E2F-FB65-4769-8D57-A58B9C91E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633744C-94F5-4067-B7DE-75BBCE55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655274B-01D9-44C3-8DD3-EA23EC9E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C11CD66-8748-4C32-9418-F329E6AC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43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0018A9-BCDF-430B-8D71-4A0207DD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1419C3-23CC-4CB8-813D-3B03B0CB1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AC7813D-DE5F-44C9-A87E-388B62970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8062DA9-7126-4668-A7FF-8E9C52111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45C5C33-C4E9-46D1-911C-FCDF041F6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FAF2D20-E3FA-423E-BB70-A54BEEC3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3E6586B-2354-4235-B2CC-FE34B66E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7CBE55C-C347-45B3-9A13-99777A33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932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2B4BFA-36F4-4637-82BD-E24ABD92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4458409-254B-4E41-B0C5-84C8F94F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9F5419C-4E5D-4B2C-A34B-C62AC398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1B6930D-DF2D-43C0-BC41-D6121F62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518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4B66A29-B1FA-4AD1-92CD-95C5C921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9BAF4C7-BD41-49F6-8F66-25FB490F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CFD53D6-469E-4504-8DF0-A3E8E412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862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259719-A336-4AAD-B339-7E3A32AA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659D37-EC7D-471C-B2FD-2E3ECC2DC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F3EC65D-3D4C-4C4A-9E0B-8A3076734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DE090B6-F104-4B53-807C-76834E2E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C411690-834F-4A86-AD9A-2B821FE8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EE534A2-624C-4A2C-BC8E-0A2FE402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684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ABFF03-1B11-4B54-8616-D406980C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871B522-2290-4A94-94DD-26DE8BE7A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4DDA1AE-0962-4FFE-B863-25F1F7CDA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98FFC0-3E88-48F3-BF54-C03D1B6E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4BD54DA-4D70-4B74-8ED3-2208D70A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F949815-A86E-4D9F-B687-6889D147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215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48A44A-98B0-45DF-9BAD-5F9D8D6D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663A6CB-17E7-4F7B-877A-D79873C91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EEA631-1291-4674-B363-E08979EA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AA2F79-22E0-4F95-8069-BE00B2F2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A0756D9-C492-4F22-AE10-56B259DA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091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7B70087-AE6D-424A-B9B4-FCA736E87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37D9858-D943-4460-A9DF-2E8FF772C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BC0456-E2C2-49E1-B343-E16D95487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E3709E1-D01F-49F0-BF4B-5FA88B3E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70D28C-3F7C-4726-97D1-619BD97A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885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2F56776-D671-45D7-B744-2CA0239E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AAFBA6E-C64E-43A2-8C15-01BECDFA6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F248F9-FD7E-4DAA-BEEE-EE941B759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ECF61-5E12-4157-BA6D-6299C010CB63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3260E0E-D2DE-407B-8476-3ED3C906D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5906F70-824A-4643-87A3-F257A6ABD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92FFB-BAE6-4131-806A-F90B8F7E07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06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6FEBC2-4452-4315-BFF2-22F0E23EC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pl-PL" sz="5000" dirty="0" err="1"/>
              <a:t>Continuous</a:t>
            </a:r>
            <a:r>
              <a:rPr lang="pl-PL" sz="5000" dirty="0"/>
              <a:t> </a:t>
            </a:r>
            <a:r>
              <a:rPr lang="pl-PL" sz="5000" dirty="0" err="1"/>
              <a:t>Testing</a:t>
            </a:r>
            <a:br>
              <a:rPr lang="pl-PL" sz="5000" dirty="0"/>
            </a:br>
            <a:endParaRPr lang="pl-PL" sz="500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3" descr="Machine gears">
            <a:extLst>
              <a:ext uri="{FF2B5EF4-FFF2-40B4-BE49-F238E27FC236}">
                <a16:creationId xmlns:a16="http://schemas.microsoft.com/office/drawing/2014/main" id="{CB8CB2CF-0855-403F-B413-DC2EE1908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4" r="30316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80695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16F5E7-5312-4093-9FE8-3433A16A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330" y="803325"/>
            <a:ext cx="5314536" cy="1325563"/>
          </a:xfrm>
        </p:spPr>
        <p:txBody>
          <a:bodyPr>
            <a:normAutofit/>
          </a:bodyPr>
          <a:lstStyle/>
          <a:p>
            <a:r>
              <a:rPr lang="pl-PL" dirty="0" err="1"/>
              <a:t>Continuous</a:t>
            </a:r>
            <a:r>
              <a:rPr lang="pl-PL" dirty="0"/>
              <a:t> </a:t>
            </a:r>
            <a:r>
              <a:rPr lang="pl-PL" dirty="0" err="1"/>
              <a:t>Testing</a:t>
            </a:r>
            <a:r>
              <a:rPr lang="pl-PL" dirty="0"/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5F3CF4-C4A4-48EC-8515-2C7C31ED32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51" r="26616" b="2"/>
          <a:stretch/>
        </p:blipFill>
        <p:spPr>
          <a:xfrm>
            <a:off x="2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0" y="0"/>
                </a:moveTo>
                <a:lnTo>
                  <a:pt x="4400491" y="0"/>
                </a:lnTo>
                <a:lnTo>
                  <a:pt x="4484766" y="76595"/>
                </a:lnTo>
                <a:cubicBezTo>
                  <a:pt x="5076107" y="667936"/>
                  <a:pt x="5441859" y="1484866"/>
                  <a:pt x="5441859" y="2387221"/>
                </a:cubicBezTo>
                <a:cubicBezTo>
                  <a:pt x="5441859" y="4191932"/>
                  <a:pt x="3978851" y="5654940"/>
                  <a:pt x="2174140" y="5654940"/>
                </a:cubicBezTo>
                <a:cubicBezTo>
                  <a:pt x="1412778" y="5654940"/>
                  <a:pt x="712231" y="5394557"/>
                  <a:pt x="156693" y="4957981"/>
                </a:cubicBezTo>
                <a:lnTo>
                  <a:pt x="0" y="4820612"/>
                </a:lnTo>
                <a:close/>
              </a:path>
            </a:pathLst>
          </a:custGeom>
        </p:spPr>
      </p:pic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881C15E-DA48-41E3-BBB6-CAED5F6DD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820209"/>
              </p:ext>
            </p:extLst>
          </p:nvPr>
        </p:nvGraphicFramePr>
        <p:xfrm>
          <a:off x="6234329" y="2279018"/>
          <a:ext cx="5314543" cy="337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6328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4DB16A-E353-44A9-8A0F-1CD57608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Continuous</a:t>
            </a:r>
            <a:r>
              <a:rPr lang="pl-PL" dirty="0"/>
              <a:t> Integration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AACC564-ED99-4603-AA7B-681E867065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36303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trzałka: zakrzywiona w lewo 8">
            <a:extLst>
              <a:ext uri="{FF2B5EF4-FFF2-40B4-BE49-F238E27FC236}">
                <a16:creationId xmlns:a16="http://schemas.microsoft.com/office/drawing/2014/main" id="{4BF41927-268D-4BC5-8BBB-AB09572B1B13}"/>
              </a:ext>
            </a:extLst>
          </p:cNvPr>
          <p:cNvSpPr/>
          <p:nvPr/>
        </p:nvSpPr>
        <p:spPr>
          <a:xfrm rot="16200000">
            <a:off x="4601362" y="1757490"/>
            <a:ext cx="654341" cy="1971413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Strzałka: zakrzywiona w lewo 9">
            <a:extLst>
              <a:ext uri="{FF2B5EF4-FFF2-40B4-BE49-F238E27FC236}">
                <a16:creationId xmlns:a16="http://schemas.microsoft.com/office/drawing/2014/main" id="{716E5B24-0435-4CDE-ACBB-2B1C12A7CD11}"/>
              </a:ext>
            </a:extLst>
          </p:cNvPr>
          <p:cNvSpPr/>
          <p:nvPr/>
        </p:nvSpPr>
        <p:spPr>
          <a:xfrm rot="5400000">
            <a:off x="4518870" y="3137170"/>
            <a:ext cx="654341" cy="1971413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12F9B84-3E71-4B09-A414-AE5E46827739}"/>
              </a:ext>
            </a:extLst>
          </p:cNvPr>
          <p:cNvSpPr/>
          <p:nvPr/>
        </p:nvSpPr>
        <p:spPr>
          <a:xfrm>
            <a:off x="4110606" y="4567805"/>
            <a:ext cx="1635853" cy="2265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00" dirty="0" err="1"/>
              <a:t>Continouse</a:t>
            </a:r>
            <a:r>
              <a:rPr lang="pl-PL" sz="1000" dirty="0"/>
              <a:t> Integration</a:t>
            </a:r>
          </a:p>
        </p:txBody>
      </p:sp>
      <p:sp>
        <p:nvSpPr>
          <p:cNvPr id="12" name="Strzałka: zakrzywiona w lewo 11">
            <a:extLst>
              <a:ext uri="{FF2B5EF4-FFF2-40B4-BE49-F238E27FC236}">
                <a16:creationId xmlns:a16="http://schemas.microsoft.com/office/drawing/2014/main" id="{7D0770FC-6C11-48DD-9E8B-87CCED78E994}"/>
              </a:ext>
            </a:extLst>
          </p:cNvPr>
          <p:cNvSpPr/>
          <p:nvPr/>
        </p:nvSpPr>
        <p:spPr>
          <a:xfrm rot="16200000">
            <a:off x="6780868" y="1757490"/>
            <a:ext cx="654341" cy="1971413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Strzałka: zakrzywiona w lewo 12">
            <a:extLst>
              <a:ext uri="{FF2B5EF4-FFF2-40B4-BE49-F238E27FC236}">
                <a16:creationId xmlns:a16="http://schemas.microsoft.com/office/drawing/2014/main" id="{5B400A5D-CB94-46A4-BE23-B98C0DF0A114}"/>
              </a:ext>
            </a:extLst>
          </p:cNvPr>
          <p:cNvSpPr/>
          <p:nvPr/>
        </p:nvSpPr>
        <p:spPr>
          <a:xfrm rot="5400000">
            <a:off x="6682996" y="3129098"/>
            <a:ext cx="654341" cy="1971413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D9AD2C62-BB6A-45BD-85DE-C2EEB127AF97}"/>
              </a:ext>
            </a:extLst>
          </p:cNvPr>
          <p:cNvSpPr/>
          <p:nvPr/>
        </p:nvSpPr>
        <p:spPr>
          <a:xfrm>
            <a:off x="6317376" y="4567804"/>
            <a:ext cx="1635853" cy="2265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00" dirty="0" err="1"/>
              <a:t>Continouse</a:t>
            </a:r>
            <a:r>
              <a:rPr lang="pl-PL" sz="1000" dirty="0"/>
              <a:t> Delivery</a:t>
            </a:r>
          </a:p>
        </p:txBody>
      </p:sp>
    </p:spTree>
    <p:extLst>
      <p:ext uri="{BB962C8B-B14F-4D97-AF65-F5344CB8AC3E}">
        <p14:creationId xmlns:p14="http://schemas.microsoft.com/office/powerpoint/2010/main" val="391605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8230AD-9118-469D-90F6-DA429E80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Environment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826C72E-6639-46E0-8C6B-FD666CA8CA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54253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142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Beginner&amp;#39;s Guide To Continuous Testing | LogiGear Blog">
            <a:extLst>
              <a:ext uri="{FF2B5EF4-FFF2-40B4-BE49-F238E27FC236}">
                <a16:creationId xmlns:a16="http://schemas.microsoft.com/office/drawing/2014/main" id="{FB5A20E0-3476-4666-BC46-078ADA20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60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64314D-69EC-4D73-8DD6-34309823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Continouse</a:t>
            </a:r>
            <a:r>
              <a:rPr lang="pl-PL" dirty="0"/>
              <a:t> </a:t>
            </a:r>
            <a:r>
              <a:rPr lang="pl-PL" dirty="0" err="1"/>
              <a:t>Testing</a:t>
            </a:r>
            <a:r>
              <a:rPr lang="pl-PL" dirty="0"/>
              <a:t> ?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F43831D-E8A4-40AC-A834-70AD0C03CE52}"/>
              </a:ext>
            </a:extLst>
          </p:cNvPr>
          <p:cNvSpPr/>
          <p:nvPr/>
        </p:nvSpPr>
        <p:spPr>
          <a:xfrm>
            <a:off x="3293706" y="1912776"/>
            <a:ext cx="4357396" cy="3760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Continuous</a:t>
            </a:r>
            <a:r>
              <a:rPr lang="pl-PL" dirty="0"/>
              <a:t> Integration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2E05EAE-16CD-49FB-B10D-A87608378C1F}"/>
              </a:ext>
            </a:extLst>
          </p:cNvPr>
          <p:cNvSpPr/>
          <p:nvPr/>
        </p:nvSpPr>
        <p:spPr>
          <a:xfrm>
            <a:off x="3917659" y="3682767"/>
            <a:ext cx="3045203" cy="12919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Continuose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1787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85D105-C4D3-478F-89E6-B0400DDD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330" y="803325"/>
            <a:ext cx="5314536" cy="1325563"/>
          </a:xfrm>
        </p:spPr>
        <p:txBody>
          <a:bodyPr>
            <a:normAutofit/>
          </a:bodyPr>
          <a:lstStyle/>
          <a:p>
            <a:r>
              <a:rPr lang="pl-PL" dirty="0" err="1"/>
              <a:t>Let’s</a:t>
            </a:r>
            <a:r>
              <a:rPr lang="pl-PL" dirty="0"/>
              <a:t> </a:t>
            </a:r>
            <a:r>
              <a:rPr lang="pl-PL" dirty="0" err="1"/>
              <a:t>dive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</a:t>
            </a:r>
            <a:r>
              <a:rPr lang="pl-PL" dirty="0" err="1"/>
              <a:t>Continouse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pl-PL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ea turtle and surfer">
            <a:extLst>
              <a:ext uri="{FF2B5EF4-FFF2-40B4-BE49-F238E27FC236}">
                <a16:creationId xmlns:a16="http://schemas.microsoft.com/office/drawing/2014/main" id="{C6A37A5D-3828-4826-946E-3FA0B542F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90" r="17476" b="2"/>
          <a:stretch/>
        </p:blipFill>
        <p:spPr>
          <a:xfrm>
            <a:off x="2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0" y="0"/>
                </a:moveTo>
                <a:lnTo>
                  <a:pt x="4400491" y="0"/>
                </a:lnTo>
                <a:lnTo>
                  <a:pt x="4484766" y="76595"/>
                </a:lnTo>
                <a:cubicBezTo>
                  <a:pt x="5076107" y="667936"/>
                  <a:pt x="5441859" y="1484866"/>
                  <a:pt x="5441859" y="2387221"/>
                </a:cubicBezTo>
                <a:cubicBezTo>
                  <a:pt x="5441859" y="4191932"/>
                  <a:pt x="3978851" y="5654940"/>
                  <a:pt x="2174140" y="5654940"/>
                </a:cubicBezTo>
                <a:cubicBezTo>
                  <a:pt x="1412778" y="5654940"/>
                  <a:pt x="712231" y="5394557"/>
                  <a:pt x="156693" y="4957981"/>
                </a:cubicBezTo>
                <a:lnTo>
                  <a:pt x="0" y="4820612"/>
                </a:lnTo>
                <a:close/>
              </a:path>
            </a:pathLst>
          </a:cu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793649-3749-4B46-8049-1FD20F6D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329" y="2279018"/>
            <a:ext cx="5314543" cy="3375920"/>
          </a:xfrm>
        </p:spPr>
        <p:txBody>
          <a:bodyPr anchor="t">
            <a:normAutofit/>
          </a:bodyPr>
          <a:lstStyle/>
          <a:p>
            <a:endParaRPr lang="pl-PL" sz="1800"/>
          </a:p>
        </p:txBody>
      </p:sp>
    </p:spTree>
    <p:extLst>
      <p:ext uri="{BB962C8B-B14F-4D97-AF65-F5344CB8AC3E}">
        <p14:creationId xmlns:p14="http://schemas.microsoft.com/office/powerpoint/2010/main" val="1366105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0B27BD-05D1-46C3-860D-213084A7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Shorten</a:t>
            </a:r>
            <a:r>
              <a:rPr lang="pl-PL" dirty="0"/>
              <a:t> </a:t>
            </a:r>
            <a:r>
              <a:rPr lang="pl-PL" dirty="0" err="1"/>
              <a:t>execution</a:t>
            </a:r>
            <a:r>
              <a:rPr lang="pl-PL" dirty="0"/>
              <a:t> </a:t>
            </a:r>
            <a:r>
              <a:rPr lang="pl-PL" dirty="0" err="1"/>
              <a:t>time</a:t>
            </a:r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7AD67A3A-E6E6-45BF-B9D6-61CFCD884036}"/>
              </a:ext>
            </a:extLst>
          </p:cNvPr>
          <p:cNvSpPr/>
          <p:nvPr/>
        </p:nvSpPr>
        <p:spPr>
          <a:xfrm>
            <a:off x="6350465" y="1690688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1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68CEBC72-4067-42E5-8F70-2F396ED199FE}"/>
              </a:ext>
            </a:extLst>
          </p:cNvPr>
          <p:cNvSpPr/>
          <p:nvPr/>
        </p:nvSpPr>
        <p:spPr>
          <a:xfrm>
            <a:off x="6350465" y="2640511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2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D6D067B-A92C-41FC-A5E6-C8933C2981AA}"/>
              </a:ext>
            </a:extLst>
          </p:cNvPr>
          <p:cNvSpPr/>
          <p:nvPr/>
        </p:nvSpPr>
        <p:spPr>
          <a:xfrm>
            <a:off x="6350466" y="3737372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3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5963F380-DC99-4FA2-9911-3317A39D5E6D}"/>
              </a:ext>
            </a:extLst>
          </p:cNvPr>
          <p:cNvSpPr/>
          <p:nvPr/>
        </p:nvSpPr>
        <p:spPr>
          <a:xfrm>
            <a:off x="6350465" y="4746847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4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D97CE987-BAC8-4EB8-A10F-43D7FC43A6B9}"/>
              </a:ext>
            </a:extLst>
          </p:cNvPr>
          <p:cNvSpPr/>
          <p:nvPr/>
        </p:nvSpPr>
        <p:spPr>
          <a:xfrm>
            <a:off x="9103452" y="1690688"/>
            <a:ext cx="1635853" cy="64145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</a:t>
            </a:r>
            <a:r>
              <a:rPr lang="pl-PL" dirty="0" err="1"/>
              <a:t>Feature</a:t>
            </a:r>
            <a:r>
              <a:rPr lang="pl-PL" dirty="0"/>
              <a:t> 1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DA342A34-DEBA-4E2D-9C7B-5B5919B657B4}"/>
              </a:ext>
            </a:extLst>
          </p:cNvPr>
          <p:cNvSpPr/>
          <p:nvPr/>
        </p:nvSpPr>
        <p:spPr>
          <a:xfrm>
            <a:off x="9103452" y="2640511"/>
            <a:ext cx="1635853" cy="64145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</a:t>
            </a:r>
            <a:r>
              <a:rPr lang="pl-PL" dirty="0" err="1"/>
              <a:t>Feature</a:t>
            </a:r>
            <a:r>
              <a:rPr lang="pl-PL" dirty="0"/>
              <a:t> 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3E3CAAC-40B3-47C0-88C4-3428BBE599AC}"/>
              </a:ext>
            </a:extLst>
          </p:cNvPr>
          <p:cNvSpPr/>
          <p:nvPr/>
        </p:nvSpPr>
        <p:spPr>
          <a:xfrm>
            <a:off x="9103453" y="3737372"/>
            <a:ext cx="1635853" cy="64145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</a:t>
            </a:r>
            <a:r>
              <a:rPr lang="pl-PL" dirty="0" err="1"/>
              <a:t>Feature</a:t>
            </a:r>
            <a:r>
              <a:rPr lang="pl-PL" dirty="0"/>
              <a:t> 3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DB54BB23-C5A4-404F-AE99-01C0D0D59641}"/>
              </a:ext>
            </a:extLst>
          </p:cNvPr>
          <p:cNvSpPr/>
          <p:nvPr/>
        </p:nvSpPr>
        <p:spPr>
          <a:xfrm>
            <a:off x="9103452" y="4746847"/>
            <a:ext cx="1635853" cy="64145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</a:t>
            </a:r>
            <a:r>
              <a:rPr lang="pl-PL" dirty="0" err="1"/>
              <a:t>Feature</a:t>
            </a:r>
            <a:r>
              <a:rPr lang="pl-PL" dirty="0"/>
              <a:t> 4</a:t>
            </a:r>
          </a:p>
        </p:txBody>
      </p:sp>
      <p:sp>
        <p:nvSpPr>
          <p:cNvPr id="12" name="Strzałka: w prawo 11">
            <a:extLst>
              <a:ext uri="{FF2B5EF4-FFF2-40B4-BE49-F238E27FC236}">
                <a16:creationId xmlns:a16="http://schemas.microsoft.com/office/drawing/2014/main" id="{E6227FD2-2128-4372-B167-F52A7588D7D9}"/>
              </a:ext>
            </a:extLst>
          </p:cNvPr>
          <p:cNvSpPr/>
          <p:nvPr/>
        </p:nvSpPr>
        <p:spPr>
          <a:xfrm>
            <a:off x="8313489" y="1852022"/>
            <a:ext cx="486561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Strzałka: w prawo 12">
            <a:extLst>
              <a:ext uri="{FF2B5EF4-FFF2-40B4-BE49-F238E27FC236}">
                <a16:creationId xmlns:a16="http://schemas.microsoft.com/office/drawing/2014/main" id="{AC69D238-BE2E-4374-B984-FA6A6E8CF6BC}"/>
              </a:ext>
            </a:extLst>
          </p:cNvPr>
          <p:cNvSpPr/>
          <p:nvPr/>
        </p:nvSpPr>
        <p:spPr>
          <a:xfrm>
            <a:off x="8313490" y="2801845"/>
            <a:ext cx="486561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Strzałka: w prawo 13">
            <a:extLst>
              <a:ext uri="{FF2B5EF4-FFF2-40B4-BE49-F238E27FC236}">
                <a16:creationId xmlns:a16="http://schemas.microsoft.com/office/drawing/2014/main" id="{BC8B6F40-CF16-462D-9500-7507A87C6796}"/>
              </a:ext>
            </a:extLst>
          </p:cNvPr>
          <p:cNvSpPr/>
          <p:nvPr/>
        </p:nvSpPr>
        <p:spPr>
          <a:xfrm>
            <a:off x="8301605" y="3811321"/>
            <a:ext cx="486561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Strzałka: w prawo 14">
            <a:extLst>
              <a:ext uri="{FF2B5EF4-FFF2-40B4-BE49-F238E27FC236}">
                <a16:creationId xmlns:a16="http://schemas.microsoft.com/office/drawing/2014/main" id="{DAFECB20-16F3-44E3-86E2-86EBAA0E5CB7}"/>
              </a:ext>
            </a:extLst>
          </p:cNvPr>
          <p:cNvSpPr/>
          <p:nvPr/>
        </p:nvSpPr>
        <p:spPr>
          <a:xfrm>
            <a:off x="8301604" y="4908182"/>
            <a:ext cx="486561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F2BB673-778F-41B3-AAAA-43597463B571}"/>
              </a:ext>
            </a:extLst>
          </p:cNvPr>
          <p:cNvSpPr/>
          <p:nvPr/>
        </p:nvSpPr>
        <p:spPr>
          <a:xfrm>
            <a:off x="634767" y="1690688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1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D323E95F-C326-4E2A-97D5-72DFED8D8EF4}"/>
              </a:ext>
            </a:extLst>
          </p:cNvPr>
          <p:cNvSpPr/>
          <p:nvPr/>
        </p:nvSpPr>
        <p:spPr>
          <a:xfrm>
            <a:off x="634767" y="2640511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2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E37FB7DB-0794-40F0-B2AB-584E17A342CD}"/>
              </a:ext>
            </a:extLst>
          </p:cNvPr>
          <p:cNvSpPr/>
          <p:nvPr/>
        </p:nvSpPr>
        <p:spPr>
          <a:xfrm>
            <a:off x="634768" y="3737372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3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58011573-304B-460A-B0FD-9B50BFE9483F}"/>
              </a:ext>
            </a:extLst>
          </p:cNvPr>
          <p:cNvSpPr/>
          <p:nvPr/>
        </p:nvSpPr>
        <p:spPr>
          <a:xfrm>
            <a:off x="634767" y="4746847"/>
            <a:ext cx="1635853" cy="6414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4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21DAA936-C2B4-445C-AE96-89F4F81ABF85}"/>
              </a:ext>
            </a:extLst>
          </p:cNvPr>
          <p:cNvSpPr/>
          <p:nvPr/>
        </p:nvSpPr>
        <p:spPr>
          <a:xfrm>
            <a:off x="3829636" y="3108274"/>
            <a:ext cx="1635853" cy="64145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</a:t>
            </a:r>
            <a:r>
              <a:rPr lang="pl-PL" dirty="0" err="1"/>
              <a:t>Feature</a:t>
            </a:r>
            <a:r>
              <a:rPr lang="pl-PL" dirty="0"/>
              <a:t> </a:t>
            </a:r>
          </a:p>
          <a:p>
            <a:pPr algn="ctr"/>
            <a:r>
              <a:rPr lang="pl-PL" dirty="0"/>
              <a:t>1 … 4</a:t>
            </a:r>
          </a:p>
        </p:txBody>
      </p:sp>
      <p:sp>
        <p:nvSpPr>
          <p:cNvPr id="21" name="Strzałka: w prawo 20">
            <a:extLst>
              <a:ext uri="{FF2B5EF4-FFF2-40B4-BE49-F238E27FC236}">
                <a16:creationId xmlns:a16="http://schemas.microsoft.com/office/drawing/2014/main" id="{AD8F4B22-94C5-4AD5-BE30-4C2C31DAC6FD}"/>
              </a:ext>
            </a:extLst>
          </p:cNvPr>
          <p:cNvSpPr/>
          <p:nvPr/>
        </p:nvSpPr>
        <p:spPr>
          <a:xfrm rot="2044270">
            <a:off x="2501263" y="2058956"/>
            <a:ext cx="1269595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Strzałka: w prawo 21">
            <a:extLst>
              <a:ext uri="{FF2B5EF4-FFF2-40B4-BE49-F238E27FC236}">
                <a16:creationId xmlns:a16="http://schemas.microsoft.com/office/drawing/2014/main" id="{978A0C82-FC6E-4C74-BE6C-9F94DAB60F29}"/>
              </a:ext>
            </a:extLst>
          </p:cNvPr>
          <p:cNvSpPr/>
          <p:nvPr/>
        </p:nvSpPr>
        <p:spPr>
          <a:xfrm rot="19187610">
            <a:off x="2572973" y="4693091"/>
            <a:ext cx="1269595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Strzałka: w prawo 22">
            <a:extLst>
              <a:ext uri="{FF2B5EF4-FFF2-40B4-BE49-F238E27FC236}">
                <a16:creationId xmlns:a16="http://schemas.microsoft.com/office/drawing/2014/main" id="{960F8663-7DA3-4010-A825-A7B2CE8C4D89}"/>
              </a:ext>
            </a:extLst>
          </p:cNvPr>
          <p:cNvSpPr/>
          <p:nvPr/>
        </p:nvSpPr>
        <p:spPr>
          <a:xfrm rot="19664078">
            <a:off x="2453749" y="3745771"/>
            <a:ext cx="1269595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Strzałka: w prawo 23">
            <a:extLst>
              <a:ext uri="{FF2B5EF4-FFF2-40B4-BE49-F238E27FC236}">
                <a16:creationId xmlns:a16="http://schemas.microsoft.com/office/drawing/2014/main" id="{50BFD049-6C9C-40EA-A8F0-C8E701D5AB96}"/>
              </a:ext>
            </a:extLst>
          </p:cNvPr>
          <p:cNvSpPr/>
          <p:nvPr/>
        </p:nvSpPr>
        <p:spPr>
          <a:xfrm rot="2044270">
            <a:off x="2460491" y="2843520"/>
            <a:ext cx="1269595" cy="3187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131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99616AE6-0E26-48EC-A6C6-64439C4E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pl-PL" sz="4000" dirty="0" err="1">
                <a:solidFill>
                  <a:srgbClr val="FFFFFF"/>
                </a:solidFill>
              </a:rPr>
              <a:t>Shorten</a:t>
            </a:r>
            <a:r>
              <a:rPr lang="pl-PL" sz="4000" dirty="0">
                <a:solidFill>
                  <a:srgbClr val="FFFFFF"/>
                </a:solidFill>
              </a:rPr>
              <a:t> </a:t>
            </a:r>
            <a:r>
              <a:rPr lang="pl-PL" sz="4000" dirty="0" err="1">
                <a:solidFill>
                  <a:srgbClr val="FFFFFF"/>
                </a:solidFill>
              </a:rPr>
              <a:t>execution</a:t>
            </a:r>
            <a:r>
              <a:rPr lang="pl-PL" sz="4000" dirty="0">
                <a:solidFill>
                  <a:srgbClr val="FFFFFF"/>
                </a:solidFill>
              </a:rPr>
              <a:t> </a:t>
            </a:r>
            <a:r>
              <a:rPr lang="pl-PL" sz="4000" dirty="0" err="1">
                <a:solidFill>
                  <a:srgbClr val="FFFFFF"/>
                </a:solidFill>
              </a:rPr>
              <a:t>time</a:t>
            </a:r>
            <a:endParaRPr lang="pl-PL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E1861D3-791C-4B62-B942-7EEB4A3E1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289563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97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FA1989-3BA9-4309-BD40-500B4510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 err="1"/>
              <a:t>Shorten</a:t>
            </a:r>
            <a:r>
              <a:rPr lang="pl-PL" sz="4400" dirty="0"/>
              <a:t> </a:t>
            </a:r>
            <a:r>
              <a:rPr lang="pl-PL" sz="4400" dirty="0" err="1"/>
              <a:t>execution</a:t>
            </a:r>
            <a:r>
              <a:rPr lang="pl-PL" sz="4400" dirty="0"/>
              <a:t> </a:t>
            </a:r>
            <a:r>
              <a:rPr lang="pl-PL" sz="4400" dirty="0" err="1"/>
              <a:t>time</a:t>
            </a:r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D0F1C5F1-9E46-42C1-8780-84B6A16F1D34}"/>
              </a:ext>
            </a:extLst>
          </p:cNvPr>
          <p:cNvSpPr/>
          <p:nvPr/>
        </p:nvSpPr>
        <p:spPr>
          <a:xfrm>
            <a:off x="1090568" y="2213270"/>
            <a:ext cx="3825380" cy="24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  <a:p>
            <a:pPr algn="ctr"/>
            <a:r>
              <a:rPr lang="pl-PL" dirty="0"/>
              <a:t>One big UI test</a:t>
            </a:r>
          </a:p>
          <a:p>
            <a:pPr algn="ctr"/>
            <a:endParaRPr lang="pl-PL" dirty="0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3A428354-2831-488D-B0EE-E97A5F25C38F}"/>
              </a:ext>
            </a:extLst>
          </p:cNvPr>
          <p:cNvSpPr/>
          <p:nvPr/>
        </p:nvSpPr>
        <p:spPr>
          <a:xfrm>
            <a:off x="7178180" y="1690688"/>
            <a:ext cx="1359016" cy="122479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UI Test 1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E381FD9-8EA9-4FFE-99FA-76A11BD673CD}"/>
              </a:ext>
            </a:extLst>
          </p:cNvPr>
          <p:cNvSpPr/>
          <p:nvPr/>
        </p:nvSpPr>
        <p:spPr>
          <a:xfrm>
            <a:off x="7178180" y="3168548"/>
            <a:ext cx="1359016" cy="122479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UI Test 1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2010974B-2E9C-442E-9C6A-47141A03C516}"/>
              </a:ext>
            </a:extLst>
          </p:cNvPr>
          <p:cNvSpPr/>
          <p:nvPr/>
        </p:nvSpPr>
        <p:spPr>
          <a:xfrm>
            <a:off x="7178180" y="4646408"/>
            <a:ext cx="1359016" cy="12247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UI Test 1</a:t>
            </a:r>
          </a:p>
        </p:txBody>
      </p:sp>
    </p:spTree>
    <p:extLst>
      <p:ext uri="{BB962C8B-B14F-4D97-AF65-F5344CB8AC3E}">
        <p14:creationId xmlns:p14="http://schemas.microsoft.com/office/powerpoint/2010/main" val="211514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4E76B0-5431-4231-83A1-B8F70158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Run in </a:t>
            </a:r>
            <a:r>
              <a:rPr lang="pl-PL" dirty="0" err="1"/>
              <a:t>paraller</a:t>
            </a:r>
            <a:endParaRPr lang="pl-PL" dirty="0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A88D7230-9A2C-48A3-9C00-39A95E3858B0}"/>
              </a:ext>
            </a:extLst>
          </p:cNvPr>
          <p:cNvCxnSpPr/>
          <p:nvPr/>
        </p:nvCxnSpPr>
        <p:spPr>
          <a:xfrm>
            <a:off x="926549" y="4480608"/>
            <a:ext cx="392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915C33FD-55CE-4C1C-BE60-7AE97D5EBBDE}"/>
              </a:ext>
            </a:extLst>
          </p:cNvPr>
          <p:cNvCxnSpPr>
            <a:cxnSpLocks/>
          </p:cNvCxnSpPr>
          <p:nvPr/>
        </p:nvCxnSpPr>
        <p:spPr>
          <a:xfrm flipV="1">
            <a:off x="1078949" y="2046089"/>
            <a:ext cx="0" cy="2586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 7">
            <a:extLst>
              <a:ext uri="{FF2B5EF4-FFF2-40B4-BE49-F238E27FC236}">
                <a16:creationId xmlns:a16="http://schemas.microsoft.com/office/drawing/2014/main" id="{ADF56AAA-7744-45B9-A83C-32682C2E5EA6}"/>
              </a:ext>
            </a:extLst>
          </p:cNvPr>
          <p:cNvSpPr/>
          <p:nvPr/>
        </p:nvSpPr>
        <p:spPr>
          <a:xfrm>
            <a:off x="1276873" y="3529855"/>
            <a:ext cx="726388" cy="2852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A864E76C-ADF0-427B-BA01-79802FDF8A00}"/>
              </a:ext>
            </a:extLst>
          </p:cNvPr>
          <p:cNvSpPr/>
          <p:nvPr/>
        </p:nvSpPr>
        <p:spPr>
          <a:xfrm>
            <a:off x="2144065" y="3529855"/>
            <a:ext cx="726388" cy="2852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985F9D15-E5F7-4C45-8539-F1A5CF8240BC}"/>
              </a:ext>
            </a:extLst>
          </p:cNvPr>
          <p:cNvSpPr/>
          <p:nvPr/>
        </p:nvSpPr>
        <p:spPr>
          <a:xfrm>
            <a:off x="3037245" y="3529855"/>
            <a:ext cx="726388" cy="28521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9DF236B-850E-494A-B500-BDBAA8D97304}"/>
              </a:ext>
            </a:extLst>
          </p:cNvPr>
          <p:cNvSpPr/>
          <p:nvPr/>
        </p:nvSpPr>
        <p:spPr>
          <a:xfrm>
            <a:off x="3930425" y="3529854"/>
            <a:ext cx="726388" cy="28521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D00C69F-A85F-4E4A-B144-10ABBEE3EC80}"/>
              </a:ext>
            </a:extLst>
          </p:cNvPr>
          <p:cNvCxnSpPr/>
          <p:nvPr/>
        </p:nvCxnSpPr>
        <p:spPr>
          <a:xfrm>
            <a:off x="6139651" y="4480608"/>
            <a:ext cx="392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D8A9CE71-E9F5-4D5E-AF96-6FB11042CD2B}"/>
              </a:ext>
            </a:extLst>
          </p:cNvPr>
          <p:cNvCxnSpPr>
            <a:cxnSpLocks/>
          </p:cNvCxnSpPr>
          <p:nvPr/>
        </p:nvCxnSpPr>
        <p:spPr>
          <a:xfrm flipV="1">
            <a:off x="6292051" y="2046089"/>
            <a:ext cx="0" cy="2586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rostokąt 13">
            <a:extLst>
              <a:ext uri="{FF2B5EF4-FFF2-40B4-BE49-F238E27FC236}">
                <a16:creationId xmlns:a16="http://schemas.microsoft.com/office/drawing/2014/main" id="{7D5F1BDF-7908-4D1C-82CD-E50219C6427F}"/>
              </a:ext>
            </a:extLst>
          </p:cNvPr>
          <p:cNvSpPr/>
          <p:nvPr/>
        </p:nvSpPr>
        <p:spPr>
          <a:xfrm>
            <a:off x="6489975" y="3529855"/>
            <a:ext cx="726388" cy="2852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188CFFFC-9DE4-46B7-AC66-C2BD6327FF8B}"/>
              </a:ext>
            </a:extLst>
          </p:cNvPr>
          <p:cNvSpPr/>
          <p:nvPr/>
        </p:nvSpPr>
        <p:spPr>
          <a:xfrm>
            <a:off x="6489975" y="3054329"/>
            <a:ext cx="726388" cy="2852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22AD0DEB-87B5-488C-A870-A327BD372453}"/>
              </a:ext>
            </a:extLst>
          </p:cNvPr>
          <p:cNvSpPr/>
          <p:nvPr/>
        </p:nvSpPr>
        <p:spPr>
          <a:xfrm>
            <a:off x="6489975" y="2561635"/>
            <a:ext cx="726388" cy="28521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B0DB1D19-984B-4F83-8457-4CDFFD3EAA9B}"/>
              </a:ext>
            </a:extLst>
          </p:cNvPr>
          <p:cNvSpPr/>
          <p:nvPr/>
        </p:nvSpPr>
        <p:spPr>
          <a:xfrm>
            <a:off x="6489975" y="3978825"/>
            <a:ext cx="726388" cy="28521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F1E0B1C7-8C54-4120-971A-CDEEE5B2A0A5}"/>
              </a:ext>
            </a:extLst>
          </p:cNvPr>
          <p:cNvSpPr txBox="1"/>
          <p:nvPr/>
        </p:nvSpPr>
        <p:spPr>
          <a:xfrm>
            <a:off x="4124091" y="4480608"/>
            <a:ext cx="113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Time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E969D165-30F0-4674-AB8E-495F16713FDD}"/>
              </a:ext>
            </a:extLst>
          </p:cNvPr>
          <p:cNvSpPr txBox="1"/>
          <p:nvPr/>
        </p:nvSpPr>
        <p:spPr>
          <a:xfrm>
            <a:off x="6489975" y="4480608"/>
            <a:ext cx="113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Time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3E27D9C-5830-4F7E-B421-2E6E38798E17}"/>
              </a:ext>
            </a:extLst>
          </p:cNvPr>
          <p:cNvSpPr txBox="1"/>
          <p:nvPr/>
        </p:nvSpPr>
        <p:spPr>
          <a:xfrm>
            <a:off x="360292" y="2046089"/>
            <a:ext cx="113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Tests</a:t>
            </a:r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2E9D5DF-4F39-4418-A73C-897782B43F0E}"/>
              </a:ext>
            </a:extLst>
          </p:cNvPr>
          <p:cNvSpPr txBox="1"/>
          <p:nvPr/>
        </p:nvSpPr>
        <p:spPr>
          <a:xfrm>
            <a:off x="5573394" y="2001607"/>
            <a:ext cx="113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Tests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6469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9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75B8B2-5886-4FFD-8C27-B8402EE5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</a:t>
            </a:r>
            <a:r>
              <a:rPr lang="pl-PL" dirty="0" err="1"/>
              <a:t>independencies</a:t>
            </a:r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4AABBB7F-6E89-4F1B-AD3B-DA4FCBB326ED}"/>
              </a:ext>
            </a:extLst>
          </p:cNvPr>
          <p:cNvSpPr/>
          <p:nvPr/>
        </p:nvSpPr>
        <p:spPr>
          <a:xfrm>
            <a:off x="838200" y="2296383"/>
            <a:ext cx="1443606" cy="9060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1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308F8F1-B5E5-4CE3-8CF1-AD754826ACB6}"/>
              </a:ext>
            </a:extLst>
          </p:cNvPr>
          <p:cNvSpPr/>
          <p:nvPr/>
        </p:nvSpPr>
        <p:spPr>
          <a:xfrm>
            <a:off x="2910282" y="3429000"/>
            <a:ext cx="1443606" cy="9060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2</a:t>
            </a:r>
          </a:p>
        </p:txBody>
      </p:sp>
      <p:cxnSp>
        <p:nvCxnSpPr>
          <p:cNvPr id="7" name="Łącznik: łamany 6">
            <a:extLst>
              <a:ext uri="{FF2B5EF4-FFF2-40B4-BE49-F238E27FC236}">
                <a16:creationId xmlns:a16="http://schemas.microsoft.com/office/drawing/2014/main" id="{BBF6AB06-299F-4A79-BFE5-FEBD223C71F4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1895336" y="2867060"/>
            <a:ext cx="679612" cy="13502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1385022-28E9-4C10-8A4B-E0D24FE0FE2F}"/>
              </a:ext>
            </a:extLst>
          </p:cNvPr>
          <p:cNvSpPr txBox="1"/>
          <p:nvPr/>
        </p:nvSpPr>
        <p:spPr>
          <a:xfrm>
            <a:off x="1660496" y="3525524"/>
            <a:ext cx="114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extends</a:t>
            </a:r>
            <a:endParaRPr lang="pl-PL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F4B71AA3-322B-40DC-8C67-3257CF9CEE27}"/>
              </a:ext>
            </a:extLst>
          </p:cNvPr>
          <p:cNvSpPr/>
          <p:nvPr/>
        </p:nvSpPr>
        <p:spPr>
          <a:xfrm>
            <a:off x="7693406" y="2296382"/>
            <a:ext cx="1443606" cy="9060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2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F4DF5E20-D2EC-498E-B488-024B4CB5C34A}"/>
              </a:ext>
            </a:extLst>
          </p:cNvPr>
          <p:cNvSpPr/>
          <p:nvPr/>
        </p:nvSpPr>
        <p:spPr>
          <a:xfrm>
            <a:off x="7693406" y="3846198"/>
            <a:ext cx="1443606" cy="9060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Test 1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068E132C-725B-4083-9A75-DB82AA46FCC1}"/>
              </a:ext>
            </a:extLst>
          </p:cNvPr>
          <p:cNvCxnSpPr/>
          <p:nvPr/>
        </p:nvCxnSpPr>
        <p:spPr>
          <a:xfrm>
            <a:off x="5603845" y="1801586"/>
            <a:ext cx="0" cy="3447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80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36EFA55-9AD7-4F73-85B6-40D5CA87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Sensitive data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2D1769-9A04-42C4-9292-E6212BECC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61" y="356187"/>
            <a:ext cx="2878409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No hardcode of sensitive data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1EC1F393-7FCD-4A1C-9F08-89392C30B52E}"/>
              </a:ext>
            </a:extLst>
          </p:cNvPr>
          <p:cNvSpPr txBox="1">
            <a:spLocks/>
          </p:cNvSpPr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Inject into environment variable</a:t>
            </a:r>
          </a:p>
        </p:txBody>
      </p:sp>
    </p:spTree>
    <p:extLst>
      <p:ext uri="{BB962C8B-B14F-4D97-AF65-F5344CB8AC3E}">
        <p14:creationId xmlns:p14="http://schemas.microsoft.com/office/powerpoint/2010/main" val="30123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466989-9931-4390-93DD-25724347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Type</a:t>
            </a:r>
            <a:r>
              <a:rPr lang="pl-PL" dirty="0"/>
              <a:t> of </a:t>
            </a:r>
            <a:r>
              <a:rPr lang="pl-PL" dirty="0" err="1"/>
              <a:t>tests</a:t>
            </a:r>
            <a:endParaRPr lang="pl-PL" dirty="0"/>
          </a:p>
        </p:txBody>
      </p:sp>
      <p:pic>
        <p:nvPicPr>
          <p:cNvPr id="1026" name="Picture 2" descr="Kent C. Dodds on Twitter: &amp;quot;&amp;quot;The Testing Trophy&amp;quot; 🏆 A general guide for the  **return on investment** 🤑 of the different forms of testing with regards  to testing JavaScript applications. - End">
            <a:extLst>
              <a:ext uri="{FF2B5EF4-FFF2-40B4-BE49-F238E27FC236}">
                <a16:creationId xmlns:a16="http://schemas.microsoft.com/office/drawing/2014/main" id="{50D7FA45-D3B2-4C14-82A3-38CEA4D4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631" y="1023632"/>
            <a:ext cx="5397698" cy="546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11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B4B2D7-14FC-4F34-A98B-594DD26C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</a:t>
            </a:r>
            <a:r>
              <a:rPr lang="pl-PL" dirty="0" err="1"/>
              <a:t>flow</a:t>
            </a:r>
            <a:endParaRPr lang="pl-PL" dirty="0"/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051445D5-BEE2-4EA1-8D0C-7C9550FD4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211445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9325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548E4C1-34C9-43AD-AE55-523451B8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Reporting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tricentis-concorn-qtest">
            <a:extLst>
              <a:ext uri="{FF2B5EF4-FFF2-40B4-BE49-F238E27FC236}">
                <a16:creationId xmlns:a16="http://schemas.microsoft.com/office/drawing/2014/main" id="{15B83793-EA62-406D-B555-2CBEE3579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941" y="925715"/>
            <a:ext cx="4047843" cy="212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21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25F648-6562-4729-B0C1-DD9E9EB1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Good practice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11B6BA-CD55-4C03-B9C2-F85F69E6E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Run test in containers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Yellow paper aeroplane flying the opposite way as many grey paper aeroplanes">
            <a:extLst>
              <a:ext uri="{FF2B5EF4-FFF2-40B4-BE49-F238E27FC236}">
                <a16:creationId xmlns:a16="http://schemas.microsoft.com/office/drawing/2014/main" id="{026F3632-02F1-4551-8ACE-C5251F04AF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6" r="26753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1082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3BA709-A624-48DA-B08C-AFDC1C46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Good practice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13BB58-0BD2-40CA-A948-16F2F161D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Selenium Testing on Cloud solution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DE3E3E78-1A73-4253-93C9-A9E1801A4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7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6130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3A5CD18-3BEB-4115-B53D-125DC1F1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When we can say we are Continouse Testing</a:t>
            </a:r>
          </a:p>
        </p:txBody>
      </p:sp>
      <p:graphicFrame>
        <p:nvGraphicFramePr>
          <p:cNvPr id="4" name="Symbol zastępczy zawartości 2">
            <a:extLst>
              <a:ext uri="{FF2B5EF4-FFF2-40B4-BE49-F238E27FC236}">
                <a16:creationId xmlns:a16="http://schemas.microsoft.com/office/drawing/2014/main" id="{951E5B6C-9146-4B0B-99C3-86605579E7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8321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8849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219</Words>
  <Application>Microsoft Macintosh PowerPoint</Application>
  <PresentationFormat>Panoramiczny</PresentationFormat>
  <Paragraphs>103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Motyw pakietu Office</vt:lpstr>
      <vt:lpstr>Continuous Testing </vt:lpstr>
      <vt:lpstr>Continuous Testing </vt:lpstr>
      <vt:lpstr>Continuous Integration</vt:lpstr>
      <vt:lpstr>Environment</vt:lpstr>
      <vt:lpstr>Prezentacja programu PowerPoint</vt:lpstr>
      <vt:lpstr>Where is Continouse Testing ?</vt:lpstr>
      <vt:lpstr>Let’s dive into Continouse Testing</vt:lpstr>
      <vt:lpstr>Shorten execution time</vt:lpstr>
      <vt:lpstr>Shorten execution time</vt:lpstr>
      <vt:lpstr>Shorten execution time</vt:lpstr>
      <vt:lpstr>Run in paraller</vt:lpstr>
      <vt:lpstr>Test independencies</vt:lpstr>
      <vt:lpstr>Sensitive data</vt:lpstr>
      <vt:lpstr>Type of tests</vt:lpstr>
      <vt:lpstr>Test flow</vt:lpstr>
      <vt:lpstr>Reporting</vt:lpstr>
      <vt:lpstr>Good practice</vt:lpstr>
      <vt:lpstr>Good practice</vt:lpstr>
      <vt:lpstr>When we can say we are Continouse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Continuous Integration</dc:title>
  <dc:creator>Jakub Gajda</dc:creator>
  <cp:lastModifiedBy>Jakub Gajda</cp:lastModifiedBy>
  <cp:revision>2</cp:revision>
  <dcterms:created xsi:type="dcterms:W3CDTF">2021-10-13T14:09:51Z</dcterms:created>
  <dcterms:modified xsi:type="dcterms:W3CDTF">2026-03-08T12:08:45Z</dcterms:modified>
</cp:coreProperties>
</file>